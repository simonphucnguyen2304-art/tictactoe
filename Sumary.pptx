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29.xml"/>
  <Override ContentType="application/vnd.openxmlformats-officedocument.presentationml.notesSlide+xml" PartName="/ppt/notesSlides/notesSlide3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33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34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0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35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31.xml"/>
  <Override ContentType="application/vnd.openxmlformats-officedocument.presentationml.notesSlide+xml" PartName="/ppt/notesSlides/notesSlide36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30.xml"/>
  <Override ContentType="application/vnd.openxmlformats-officedocument.presentationml.slide+xml" PartName="/ppt/slides/slide22.xml"/>
  <Override ContentType="application/vnd.openxmlformats-officedocument.presentationml.slide+xml" PartName="/ppt/slides/slide35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5.xml"/>
  <Override ContentType="application/vnd.openxmlformats-officedocument.presentationml.slide+xml" PartName="/ppt/slides/slide34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33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29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32.xml"/>
  <Override ContentType="application/vnd.openxmlformats-officedocument.presentationml.slide+xml" PartName="/ppt/slides/slide1.xml"/>
  <Override ContentType="application/vnd.openxmlformats-officedocument.presentationml.slide+xml" PartName="/ppt/slides/slide28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36.xml"/>
  <Override ContentType="application/vnd.openxmlformats-officedocument.presentationml.slide+xml" PartName="/ppt/slides/slide31.xml"/>
  <Override ContentType="application/vnd.openxmlformats-officedocument.presentationml.slide+xml" PartName="/ppt/slides/slide23.xml"/>
  <Override ContentType="application/vnd.openxmlformats-officedocument.presentationml.slide+xml" PartName="/ppt/slides/slide2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  <p:sldId id="279" r:id="rId29"/>
    <p:sldId id="280" r:id="rId30"/>
    <p:sldId id="281" r:id="rId31"/>
    <p:sldId id="282" r:id="rId32"/>
    <p:sldId id="283" r:id="rId33"/>
    <p:sldId id="284" r:id="rId34"/>
    <p:sldId id="285" r:id="rId35"/>
    <p:sldId id="286" r:id="rId36"/>
    <p:sldId id="287" r:id="rId37"/>
    <p:sldId id="288" r:id="rId38"/>
    <p:sldId id="289" r:id="rId39"/>
    <p:sldId id="290" r:id="rId40"/>
    <p:sldId id="291" r:id="rId41"/>
  </p:sldIdLst>
  <p:sldSz cy="10287000" cx="18288000"/>
  <p:notesSz cx="6858000" cy="9144000"/>
  <p:embeddedFontLst>
    <p:embeddedFont>
      <p:font typeface="Noto Sans"/>
      <p:regular r:id="rId42"/>
      <p:bold r:id="rId43"/>
      <p:italic r:id="rId44"/>
      <p:boldItalic r:id="rId45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GoogleSlidesCustomDataVersion2">
      <go:slidesCustomData xmlns:go="http://customooxmlschemas.google.com/" r:id="rId46" roundtripDataSignature="AMtx7mir7ts1Gd5tv+8vqdRZyWkCmt8ZJg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slide" Target="slides/slide35.xml"/><Relationship Id="rId20" Type="http://schemas.openxmlformats.org/officeDocument/2006/relationships/slide" Target="slides/slide15.xml"/><Relationship Id="rId42" Type="http://schemas.openxmlformats.org/officeDocument/2006/relationships/font" Target="fonts/NotoSans-regular.fntdata"/><Relationship Id="rId41" Type="http://schemas.openxmlformats.org/officeDocument/2006/relationships/slide" Target="slides/slide36.xml"/><Relationship Id="rId22" Type="http://schemas.openxmlformats.org/officeDocument/2006/relationships/slide" Target="slides/slide17.xml"/><Relationship Id="rId44" Type="http://schemas.openxmlformats.org/officeDocument/2006/relationships/font" Target="fonts/NotoSans-italic.fntdata"/><Relationship Id="rId21" Type="http://schemas.openxmlformats.org/officeDocument/2006/relationships/slide" Target="slides/slide16.xml"/><Relationship Id="rId43" Type="http://schemas.openxmlformats.org/officeDocument/2006/relationships/font" Target="fonts/NotoSans-bold.fntdata"/><Relationship Id="rId24" Type="http://schemas.openxmlformats.org/officeDocument/2006/relationships/slide" Target="slides/slide19.xml"/><Relationship Id="rId46" Type="http://customschemas.google.com/relationships/presentationmetadata" Target="metadata"/><Relationship Id="rId23" Type="http://schemas.openxmlformats.org/officeDocument/2006/relationships/slide" Target="slides/slide18.xml"/><Relationship Id="rId45" Type="http://schemas.openxmlformats.org/officeDocument/2006/relationships/font" Target="fonts/NotoSans-boldItalic.fntdata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6" Type="http://schemas.openxmlformats.org/officeDocument/2006/relationships/slide" Target="slides/slide21.xml"/><Relationship Id="rId25" Type="http://schemas.openxmlformats.org/officeDocument/2006/relationships/slide" Target="slides/slide20.xml"/><Relationship Id="rId28" Type="http://schemas.openxmlformats.org/officeDocument/2006/relationships/slide" Target="slides/slide23.xml"/><Relationship Id="rId27" Type="http://schemas.openxmlformats.org/officeDocument/2006/relationships/slide" Target="slides/slide22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29" Type="http://schemas.openxmlformats.org/officeDocument/2006/relationships/slide" Target="slides/slide24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31" Type="http://schemas.openxmlformats.org/officeDocument/2006/relationships/slide" Target="slides/slide26.xml"/><Relationship Id="rId30" Type="http://schemas.openxmlformats.org/officeDocument/2006/relationships/slide" Target="slides/slide25.xml"/><Relationship Id="rId11" Type="http://schemas.openxmlformats.org/officeDocument/2006/relationships/slide" Target="slides/slide6.xml"/><Relationship Id="rId33" Type="http://schemas.openxmlformats.org/officeDocument/2006/relationships/slide" Target="slides/slide28.xml"/><Relationship Id="rId10" Type="http://schemas.openxmlformats.org/officeDocument/2006/relationships/slide" Target="slides/slide5.xml"/><Relationship Id="rId32" Type="http://schemas.openxmlformats.org/officeDocument/2006/relationships/slide" Target="slides/slide27.xml"/><Relationship Id="rId13" Type="http://schemas.openxmlformats.org/officeDocument/2006/relationships/slide" Target="slides/slide8.xml"/><Relationship Id="rId35" Type="http://schemas.openxmlformats.org/officeDocument/2006/relationships/slide" Target="slides/slide30.xml"/><Relationship Id="rId12" Type="http://schemas.openxmlformats.org/officeDocument/2006/relationships/slide" Target="slides/slide7.xml"/><Relationship Id="rId34" Type="http://schemas.openxmlformats.org/officeDocument/2006/relationships/slide" Target="slides/slide29.xml"/><Relationship Id="rId15" Type="http://schemas.openxmlformats.org/officeDocument/2006/relationships/slide" Target="slides/slide10.xml"/><Relationship Id="rId37" Type="http://schemas.openxmlformats.org/officeDocument/2006/relationships/slide" Target="slides/slide32.xml"/><Relationship Id="rId14" Type="http://schemas.openxmlformats.org/officeDocument/2006/relationships/slide" Target="slides/slide9.xml"/><Relationship Id="rId36" Type="http://schemas.openxmlformats.org/officeDocument/2006/relationships/slide" Target="slides/slide31.xml"/><Relationship Id="rId17" Type="http://schemas.openxmlformats.org/officeDocument/2006/relationships/slide" Target="slides/slide12.xml"/><Relationship Id="rId39" Type="http://schemas.openxmlformats.org/officeDocument/2006/relationships/slide" Target="slides/slide34.xml"/><Relationship Id="rId16" Type="http://schemas.openxmlformats.org/officeDocument/2006/relationships/slide" Target="slides/slide11.xml"/><Relationship Id="rId38" Type="http://schemas.openxmlformats.org/officeDocument/2006/relationships/slide" Target="slides/slide33.xml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7" name="Google Shape;107;p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5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7" name="Google Shape;127;p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5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7" name="Google Shape;147;p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0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Google Shape;161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2" name="Google Shape;162;p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2" name="Shape 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" name="Google Shape;173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4" name="Google Shape;174;p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8" name="Shape 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" name="Google Shape;189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0" name="Google Shape;190;p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0" name="Shape 2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" name="Google Shape;201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2" name="Google Shape;202;p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1" name="Shape 2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2" name="Google Shape;212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3" name="Google Shape;213;p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8" name="Shape 2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9" name="Google Shape;229;p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0" name="Google Shape;230;p10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1" name="Shape 2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2" name="Google Shape;252;p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3" name="Google Shape;253;p1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7" name="Shape 2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8" name="Google Shape;258;p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9" name="Google Shape;259;p1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8" name="Shape 2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9" name="Google Shape;269;p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0" name="Google Shape;270;p1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1" name="Shape 2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2" name="Google Shape;282;p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3" name="Google Shape;283;p1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7" name="Shape 2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8" name="Google Shape;298;p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9" name="Google Shape;299;p1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3" name="Shape 3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4" name="Google Shape;334;p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5" name="Google Shape;335;p1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5" name="Shape 3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6" name="Google Shape;366;p1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7" name="Google Shape;367;p1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76" name="Shape 3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7" name="Google Shape;377;p1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8" name="Google Shape;378;p1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94" name="Shape 3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5" name="Google Shape;395;p1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6" name="Google Shape;396;p1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11" name="Shape 4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2" name="Google Shape;412;p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3" name="Google Shape;413;p20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22" name="Shape 4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3" name="Google Shape;423;p2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4" name="Google Shape;424;p2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44" name="Shape 4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5" name="Google Shape;445;p2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6" name="Google Shape;446;p2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69" name="Shape 4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0" name="Google Shape;470;p2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1" name="Google Shape;471;p2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74" name="Shape 4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5" name="Google Shape;475;p2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6" name="Google Shape;476;p2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89" name="Shape 4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0" name="Google Shape;490;p2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91" name="Google Shape;491;p2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95" name="Shape 4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6" name="Google Shape;496;p2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97" name="Google Shape;497;p2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10" name="Shape 5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1" name="Google Shape;511;p2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12" name="Google Shape;512;p2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16" name="Shape 5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7" name="Google Shape;517;p2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18" name="Google Shape;518;p2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41" name="Shape 5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2" name="Google Shape;542;p2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43" name="Google Shape;543;p2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63" name="Shape 5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4" name="Google Shape;564;p3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65" name="Google Shape;565;p30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69" name="Shape 5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0" name="Google Shape;570;p3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71" name="Google Shape;571;p3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75" name="Shape 5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6" name="Google Shape;576;p3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77" name="Google Shape;577;p3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97" name="Shape 5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8" name="Google Shape;598;p3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99" name="Google Shape;599;p3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03" name="Shape 6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4" name="Google Shape;604;p3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05" name="Google Shape;605;p3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19" name="Shape 6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0" name="Google Shape;620;p3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21" name="Google Shape;621;p3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26" name="Shape 6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7" name="Google Shape;627;p3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28" name="Google Shape;628;p3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38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38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" name="Google Shape;14;p38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9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39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8" name="Google Shape;18;p39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39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39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40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40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4" name="Google Shape;24;p40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40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40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41"/>
          <p:cNvSpPr txBox="1"/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b="1" sz="4000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41"/>
          <p:cNvSpPr txBox="1"/>
          <p:nvPr>
            <p:ph idx="1" type="body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indent="-228600" lvl="1" marL="9144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0" name="Google Shape;30;p4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4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4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42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42"/>
          <p:cNvSpPr txBox="1"/>
          <p:nvPr>
            <p:ph idx="1" type="body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6" name="Google Shape;36;p42"/>
          <p:cNvSpPr txBox="1"/>
          <p:nvPr>
            <p:ph idx="2" type="body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7" name="Google Shape;37;p4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4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4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43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43"/>
          <p:cNvSpPr txBox="1"/>
          <p:nvPr>
            <p:ph idx="1" type="body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3" name="Google Shape;43;p43"/>
          <p:cNvSpPr txBox="1"/>
          <p:nvPr>
            <p:ph idx="2" type="body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4" name="Google Shape;44;p43"/>
          <p:cNvSpPr txBox="1"/>
          <p:nvPr>
            <p:ph idx="3" type="body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5" name="Google Shape;45;p43"/>
          <p:cNvSpPr txBox="1"/>
          <p:nvPr>
            <p:ph idx="4" type="body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6" name="Google Shape;46;p43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43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43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44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44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44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44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45"/>
          <p:cNvSpPr txBox="1"/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45"/>
          <p:cNvSpPr txBox="1"/>
          <p:nvPr>
            <p:ph idx="1" type="body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indent="-381000" lvl="2" marL="1371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indent="-355600" lvl="4" marL="22860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indent="-355600" lvl="5" marL="2743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7" name="Google Shape;57;p45"/>
          <p:cNvSpPr txBox="1"/>
          <p:nvPr>
            <p:ph idx="2" type="body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58" name="Google Shape;58;p45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45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45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46"/>
          <p:cNvSpPr txBox="1"/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46"/>
          <p:cNvSpPr/>
          <p:nvPr>
            <p:ph idx="2" type="pic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46"/>
          <p:cNvSpPr txBox="1"/>
          <p:nvPr>
            <p:ph idx="1" type="body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5" name="Google Shape;65;p46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46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46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47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47"/>
          <p:cNvSpPr txBox="1"/>
          <p:nvPr>
            <p:ph idx="1" type="body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47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47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47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48"/>
          <p:cNvSpPr txBox="1"/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48"/>
          <p:cNvSpPr txBox="1"/>
          <p:nvPr>
            <p:ph idx="1" type="body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48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48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48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37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" name="Google Shape;7;p37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37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37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37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5.png"/><Relationship Id="rId4" Type="http://schemas.openxmlformats.org/officeDocument/2006/relationships/image" Target="../media/image8.png"/><Relationship Id="rId10" Type="http://schemas.openxmlformats.org/officeDocument/2006/relationships/image" Target="../media/image21.png"/><Relationship Id="rId9" Type="http://schemas.openxmlformats.org/officeDocument/2006/relationships/image" Target="../media/image3.png"/><Relationship Id="rId5" Type="http://schemas.openxmlformats.org/officeDocument/2006/relationships/image" Target="../media/image9.png"/><Relationship Id="rId6" Type="http://schemas.openxmlformats.org/officeDocument/2006/relationships/image" Target="../media/image14.png"/><Relationship Id="rId7" Type="http://schemas.openxmlformats.org/officeDocument/2006/relationships/image" Target="../media/image4.png"/><Relationship Id="rId8" Type="http://schemas.openxmlformats.org/officeDocument/2006/relationships/image" Target="../media/image7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7.png"/><Relationship Id="rId4" Type="http://schemas.openxmlformats.org/officeDocument/2006/relationships/image" Target="../media/image13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29.png"/><Relationship Id="rId4" Type="http://schemas.openxmlformats.org/officeDocument/2006/relationships/image" Target="../media/image18.png"/><Relationship Id="rId5" Type="http://schemas.openxmlformats.org/officeDocument/2006/relationships/image" Target="../media/image15.png"/><Relationship Id="rId6" Type="http://schemas.openxmlformats.org/officeDocument/2006/relationships/image" Target="../media/image1.png"/><Relationship Id="rId7" Type="http://schemas.openxmlformats.org/officeDocument/2006/relationships/image" Target="../media/image11.png"/><Relationship Id="rId8" Type="http://schemas.openxmlformats.org/officeDocument/2006/relationships/image" Target="../media/image2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6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2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0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9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24.png"/><Relationship Id="rId4" Type="http://schemas.openxmlformats.org/officeDocument/2006/relationships/image" Target="../media/image20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24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31.jp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26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28.png"/><Relationship Id="rId4" Type="http://schemas.openxmlformats.org/officeDocument/2006/relationships/image" Target="../media/image47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20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33.png"/><Relationship Id="rId4" Type="http://schemas.openxmlformats.org/officeDocument/2006/relationships/image" Target="../media/image25.png"/><Relationship Id="rId5" Type="http://schemas.openxmlformats.org/officeDocument/2006/relationships/image" Target="../media/image23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41.png"/><Relationship Id="rId4" Type="http://schemas.openxmlformats.org/officeDocument/2006/relationships/image" Target="../media/image22.png"/><Relationship Id="rId5" Type="http://schemas.openxmlformats.org/officeDocument/2006/relationships/image" Target="../media/image27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30.pn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42.pn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34.png"/><Relationship Id="rId4" Type="http://schemas.openxmlformats.org/officeDocument/2006/relationships/image" Target="../media/image36.png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45.png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32.png"/><Relationship Id="rId4" Type="http://schemas.openxmlformats.org/officeDocument/2006/relationships/image" Target="../media/image38.png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Relationship Id="rId3" Type="http://schemas.openxmlformats.org/officeDocument/2006/relationships/image" Target="../media/image37.png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Relationship Id="rId3" Type="http://schemas.openxmlformats.org/officeDocument/2006/relationships/image" Target="../media/image43.jpg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Relationship Id="rId3" Type="http://schemas.openxmlformats.org/officeDocument/2006/relationships/image" Target="../media/image40.jpg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<Relationship Id="rId3" Type="http://schemas.openxmlformats.org/officeDocument/2006/relationships/image" Target="../media/image52.png"/><Relationship Id="rId4" Type="http://schemas.openxmlformats.org/officeDocument/2006/relationships/image" Target="../media/image32.png"/></Relationships>
</file>

<file path=ppt/slides/_rels/slide3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0.xml"/><Relationship Id="rId3" Type="http://schemas.openxmlformats.org/officeDocument/2006/relationships/image" Target="../media/image50.jpg"/></Relationships>
</file>

<file path=ppt/slides/_rels/slide3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1.xml"/><Relationship Id="rId3" Type="http://schemas.openxmlformats.org/officeDocument/2006/relationships/image" Target="../media/image46.jpg"/></Relationships>
</file>

<file path=ppt/slides/_rels/slide3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2.xml"/><Relationship Id="rId3" Type="http://schemas.openxmlformats.org/officeDocument/2006/relationships/image" Target="../media/image38.png"/><Relationship Id="rId4" Type="http://schemas.openxmlformats.org/officeDocument/2006/relationships/image" Target="../media/image44.png"/></Relationships>
</file>

<file path=ppt/slides/_rels/slide3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3.xml"/><Relationship Id="rId3" Type="http://schemas.openxmlformats.org/officeDocument/2006/relationships/image" Target="../media/image48.jpg"/></Relationships>
</file>

<file path=ppt/slides/_rels/slide3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4.xml"/></Relationships>
</file>

<file path=ppt/slides/_rels/slide3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5.xml"/><Relationship Id="rId3" Type="http://schemas.openxmlformats.org/officeDocument/2006/relationships/image" Target="../media/image53.png"/><Relationship Id="rId4" Type="http://schemas.openxmlformats.org/officeDocument/2006/relationships/image" Target="../media/image49.png"/></Relationships>
</file>

<file path=ppt/slides/_rels/slide3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6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4" name="Google Shape;84;p1"/>
          <p:cNvGrpSpPr/>
          <p:nvPr/>
        </p:nvGrpSpPr>
        <p:grpSpPr>
          <a:xfrm>
            <a:off x="3488462" y="6222097"/>
            <a:ext cx="11346246" cy="1474202"/>
            <a:chOff x="0" y="0"/>
            <a:chExt cx="15128327" cy="1965602"/>
          </a:xfrm>
        </p:grpSpPr>
        <p:grpSp>
          <p:nvGrpSpPr>
            <p:cNvPr id="85" name="Google Shape;85;p1"/>
            <p:cNvGrpSpPr/>
            <p:nvPr/>
          </p:nvGrpSpPr>
          <p:grpSpPr>
            <a:xfrm>
              <a:off x="0" y="0"/>
              <a:ext cx="15128327" cy="1965602"/>
              <a:chOff x="0" y="0"/>
              <a:chExt cx="29850736" cy="3878464"/>
            </a:xfrm>
          </p:grpSpPr>
          <p:sp>
            <p:nvSpPr>
              <p:cNvPr id="86" name="Google Shape;86;p1"/>
              <p:cNvSpPr/>
              <p:nvPr/>
            </p:nvSpPr>
            <p:spPr>
              <a:xfrm>
                <a:off x="72390" y="72390"/>
                <a:ext cx="29705957" cy="3733684"/>
              </a:xfrm>
              <a:custGeom>
                <a:rect b="b" l="l" r="r" t="t"/>
                <a:pathLst>
                  <a:path extrusionOk="0" h="3733684" w="29705957">
                    <a:moveTo>
                      <a:pt x="0" y="0"/>
                    </a:moveTo>
                    <a:lnTo>
                      <a:pt x="29705957" y="0"/>
                    </a:lnTo>
                    <a:lnTo>
                      <a:pt x="29705957" y="3733684"/>
                    </a:lnTo>
                    <a:lnTo>
                      <a:pt x="0" y="3733684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</p:sp>
          <p:sp>
            <p:nvSpPr>
              <p:cNvPr id="87" name="Google Shape;87;p1"/>
              <p:cNvSpPr/>
              <p:nvPr/>
            </p:nvSpPr>
            <p:spPr>
              <a:xfrm>
                <a:off x="0" y="0"/>
                <a:ext cx="29850736" cy="3878464"/>
              </a:xfrm>
              <a:custGeom>
                <a:rect b="b" l="l" r="r" t="t"/>
                <a:pathLst>
                  <a:path extrusionOk="0" h="3878464" w="29850736">
                    <a:moveTo>
                      <a:pt x="29705957" y="3733684"/>
                    </a:moveTo>
                    <a:lnTo>
                      <a:pt x="29850736" y="3733684"/>
                    </a:lnTo>
                    <a:lnTo>
                      <a:pt x="29850736" y="3878464"/>
                    </a:lnTo>
                    <a:lnTo>
                      <a:pt x="29705957" y="3878464"/>
                    </a:lnTo>
                    <a:lnTo>
                      <a:pt x="29705957" y="3733684"/>
                    </a:lnTo>
                    <a:close/>
                    <a:moveTo>
                      <a:pt x="0" y="144780"/>
                    </a:moveTo>
                    <a:lnTo>
                      <a:pt x="144780" y="144780"/>
                    </a:lnTo>
                    <a:lnTo>
                      <a:pt x="144780" y="3733684"/>
                    </a:lnTo>
                    <a:lnTo>
                      <a:pt x="0" y="3733684"/>
                    </a:lnTo>
                    <a:lnTo>
                      <a:pt x="0" y="144780"/>
                    </a:lnTo>
                    <a:close/>
                    <a:moveTo>
                      <a:pt x="0" y="3733684"/>
                    </a:moveTo>
                    <a:lnTo>
                      <a:pt x="144780" y="3733684"/>
                    </a:lnTo>
                    <a:lnTo>
                      <a:pt x="144780" y="3878464"/>
                    </a:lnTo>
                    <a:lnTo>
                      <a:pt x="0" y="3878464"/>
                    </a:lnTo>
                    <a:lnTo>
                      <a:pt x="0" y="3733684"/>
                    </a:lnTo>
                    <a:close/>
                    <a:moveTo>
                      <a:pt x="29705957" y="144780"/>
                    </a:moveTo>
                    <a:lnTo>
                      <a:pt x="29850736" y="144780"/>
                    </a:lnTo>
                    <a:lnTo>
                      <a:pt x="29850736" y="3733684"/>
                    </a:lnTo>
                    <a:lnTo>
                      <a:pt x="29705957" y="3733684"/>
                    </a:lnTo>
                    <a:lnTo>
                      <a:pt x="29705957" y="144780"/>
                    </a:lnTo>
                    <a:close/>
                    <a:moveTo>
                      <a:pt x="144780" y="3733684"/>
                    </a:moveTo>
                    <a:lnTo>
                      <a:pt x="29705957" y="3733684"/>
                    </a:lnTo>
                    <a:lnTo>
                      <a:pt x="29705957" y="3878464"/>
                    </a:lnTo>
                    <a:lnTo>
                      <a:pt x="144780" y="3878464"/>
                    </a:lnTo>
                    <a:lnTo>
                      <a:pt x="144780" y="3733684"/>
                    </a:lnTo>
                    <a:close/>
                    <a:moveTo>
                      <a:pt x="29705957" y="0"/>
                    </a:moveTo>
                    <a:lnTo>
                      <a:pt x="29850736" y="0"/>
                    </a:lnTo>
                    <a:lnTo>
                      <a:pt x="29850736" y="144780"/>
                    </a:lnTo>
                    <a:lnTo>
                      <a:pt x="29705957" y="144780"/>
                    </a:lnTo>
                    <a:lnTo>
                      <a:pt x="29705957" y="0"/>
                    </a:lnTo>
                    <a:close/>
                    <a:moveTo>
                      <a:pt x="0" y="0"/>
                    </a:moveTo>
                    <a:lnTo>
                      <a:pt x="144780" y="0"/>
                    </a:lnTo>
                    <a:lnTo>
                      <a:pt x="144780" y="144780"/>
                    </a:lnTo>
                    <a:lnTo>
                      <a:pt x="0" y="144780"/>
                    </a:lnTo>
                    <a:lnTo>
                      <a:pt x="0" y="0"/>
                    </a:lnTo>
                    <a:close/>
                    <a:moveTo>
                      <a:pt x="144780" y="0"/>
                    </a:moveTo>
                    <a:lnTo>
                      <a:pt x="29705957" y="0"/>
                    </a:lnTo>
                    <a:lnTo>
                      <a:pt x="29705957" y="144780"/>
                    </a:lnTo>
                    <a:lnTo>
                      <a:pt x="144780" y="144780"/>
                    </a:lnTo>
                    <a:lnTo>
                      <a:pt x="144780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</p:sp>
        </p:grpSp>
        <p:sp>
          <p:nvSpPr>
            <p:cNvPr id="88" name="Google Shape;88;p1"/>
            <p:cNvSpPr txBox="1"/>
            <p:nvPr/>
          </p:nvSpPr>
          <p:spPr>
            <a:xfrm>
              <a:off x="461105" y="505281"/>
              <a:ext cx="14159224" cy="84074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ctr">
                <a:lnSpc>
                  <a:spcPct val="130008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3599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Trình bày bởi nhóm 6 - Môn Cơ sở Lập trình</a:t>
              </a:r>
              <a:endParaRPr/>
            </a:p>
          </p:txBody>
        </p:sp>
      </p:grpSp>
      <p:grpSp>
        <p:nvGrpSpPr>
          <p:cNvPr id="89" name="Google Shape;89;p1"/>
          <p:cNvGrpSpPr/>
          <p:nvPr/>
        </p:nvGrpSpPr>
        <p:grpSpPr>
          <a:xfrm>
            <a:off x="2087182" y="2691842"/>
            <a:ext cx="14172739" cy="3147147"/>
            <a:chOff x="0" y="0"/>
            <a:chExt cx="18896986" cy="4196197"/>
          </a:xfrm>
        </p:grpSpPr>
        <p:grpSp>
          <p:nvGrpSpPr>
            <p:cNvPr id="90" name="Google Shape;90;p1"/>
            <p:cNvGrpSpPr/>
            <p:nvPr/>
          </p:nvGrpSpPr>
          <p:grpSpPr>
            <a:xfrm>
              <a:off x="0" y="0"/>
              <a:ext cx="18896986" cy="4196197"/>
              <a:chOff x="0" y="0"/>
              <a:chExt cx="6563243" cy="1457410"/>
            </a:xfrm>
          </p:grpSpPr>
          <p:sp>
            <p:nvSpPr>
              <p:cNvPr id="91" name="Google Shape;91;p1"/>
              <p:cNvSpPr/>
              <p:nvPr/>
            </p:nvSpPr>
            <p:spPr>
              <a:xfrm>
                <a:off x="80010" y="80010"/>
                <a:ext cx="6470533" cy="1364700"/>
              </a:xfrm>
              <a:custGeom>
                <a:rect b="b" l="l" r="r" t="t"/>
                <a:pathLst>
                  <a:path extrusionOk="0" h="1364700" w="6470533">
                    <a:moveTo>
                      <a:pt x="0" y="1310090"/>
                    </a:moveTo>
                    <a:lnTo>
                      <a:pt x="0" y="1364700"/>
                    </a:lnTo>
                    <a:lnTo>
                      <a:pt x="6470533" y="1364700"/>
                    </a:lnTo>
                    <a:lnTo>
                      <a:pt x="6470533" y="0"/>
                    </a:lnTo>
                    <a:lnTo>
                      <a:pt x="6415923" y="0"/>
                    </a:lnTo>
                    <a:lnTo>
                      <a:pt x="6415923" y="1310090"/>
                    </a:lnTo>
                    <a:close/>
                  </a:path>
                </a:pathLst>
              </a:custGeom>
              <a:solidFill>
                <a:srgbClr val="FF93D8"/>
              </a:solidFill>
              <a:ln>
                <a:noFill/>
              </a:ln>
            </p:spPr>
          </p:sp>
          <p:sp>
            <p:nvSpPr>
              <p:cNvPr id="92" name="Google Shape;92;p1"/>
              <p:cNvSpPr/>
              <p:nvPr/>
            </p:nvSpPr>
            <p:spPr>
              <a:xfrm>
                <a:off x="67310" y="67310"/>
                <a:ext cx="6495933" cy="1390100"/>
              </a:xfrm>
              <a:custGeom>
                <a:rect b="b" l="l" r="r" t="t"/>
                <a:pathLst>
                  <a:path extrusionOk="0" h="1390100" w="6495933">
                    <a:moveTo>
                      <a:pt x="6428623" y="0"/>
                    </a:moveTo>
                    <a:lnTo>
                      <a:pt x="6428623" y="12700"/>
                    </a:lnTo>
                    <a:lnTo>
                      <a:pt x="6483233" y="12700"/>
                    </a:lnTo>
                    <a:lnTo>
                      <a:pt x="6483233" y="1377400"/>
                    </a:lnTo>
                    <a:lnTo>
                      <a:pt x="12700" y="1377400"/>
                    </a:lnTo>
                    <a:lnTo>
                      <a:pt x="12700" y="1322790"/>
                    </a:lnTo>
                    <a:lnTo>
                      <a:pt x="0" y="1322790"/>
                    </a:lnTo>
                    <a:lnTo>
                      <a:pt x="0" y="1390100"/>
                    </a:lnTo>
                    <a:lnTo>
                      <a:pt x="6495933" y="1390100"/>
                    </a:lnTo>
                    <a:lnTo>
                      <a:pt x="6495933" y="0"/>
                    </a:lnTo>
                    <a:close/>
                  </a:path>
                </a:pathLst>
              </a:custGeom>
              <a:solidFill>
                <a:srgbClr val="FF93D8"/>
              </a:solidFill>
              <a:ln>
                <a:noFill/>
              </a:ln>
            </p:spPr>
          </p:sp>
          <p:sp>
            <p:nvSpPr>
              <p:cNvPr id="93" name="Google Shape;93;p1"/>
              <p:cNvSpPr/>
              <p:nvPr/>
            </p:nvSpPr>
            <p:spPr>
              <a:xfrm>
                <a:off x="12700" y="12700"/>
                <a:ext cx="6470533" cy="1364700"/>
              </a:xfrm>
              <a:custGeom>
                <a:rect b="b" l="l" r="r" t="t"/>
                <a:pathLst>
                  <a:path extrusionOk="0" h="1364700" w="6470533">
                    <a:moveTo>
                      <a:pt x="0" y="0"/>
                    </a:moveTo>
                    <a:lnTo>
                      <a:pt x="6470533" y="0"/>
                    </a:lnTo>
                    <a:lnTo>
                      <a:pt x="6470533" y="1364700"/>
                    </a:lnTo>
                    <a:lnTo>
                      <a:pt x="0" y="1364700"/>
                    </a:lnTo>
                    <a:close/>
                  </a:path>
                </a:pathLst>
              </a:custGeom>
              <a:solidFill>
                <a:srgbClr val="FF93D8"/>
              </a:solidFill>
              <a:ln>
                <a:noFill/>
              </a:ln>
            </p:spPr>
          </p:sp>
          <p:sp>
            <p:nvSpPr>
              <p:cNvPr id="94" name="Google Shape;94;p1"/>
              <p:cNvSpPr/>
              <p:nvPr/>
            </p:nvSpPr>
            <p:spPr>
              <a:xfrm>
                <a:off x="0" y="0"/>
                <a:ext cx="6495933" cy="1390100"/>
              </a:xfrm>
              <a:custGeom>
                <a:rect b="b" l="l" r="r" t="t"/>
                <a:pathLst>
                  <a:path extrusionOk="0" h="1390100" w="6495933">
                    <a:moveTo>
                      <a:pt x="80010" y="1390100"/>
                    </a:moveTo>
                    <a:lnTo>
                      <a:pt x="6495933" y="1390100"/>
                    </a:lnTo>
                    <a:lnTo>
                      <a:pt x="6495933" y="80010"/>
                    </a:lnTo>
                    <a:lnTo>
                      <a:pt x="6495933" y="67310"/>
                    </a:lnTo>
                    <a:lnTo>
                      <a:pt x="6495933" y="0"/>
                    </a:lnTo>
                    <a:lnTo>
                      <a:pt x="0" y="0"/>
                    </a:lnTo>
                    <a:lnTo>
                      <a:pt x="0" y="1390100"/>
                    </a:lnTo>
                    <a:lnTo>
                      <a:pt x="67310" y="1390100"/>
                    </a:lnTo>
                    <a:lnTo>
                      <a:pt x="80010" y="1390100"/>
                    </a:lnTo>
                    <a:close/>
                    <a:moveTo>
                      <a:pt x="12700" y="12700"/>
                    </a:moveTo>
                    <a:lnTo>
                      <a:pt x="6483233" y="12700"/>
                    </a:lnTo>
                    <a:lnTo>
                      <a:pt x="6483233" y="1377400"/>
                    </a:lnTo>
                    <a:lnTo>
                      <a:pt x="12700" y="1377400"/>
                    </a:lnTo>
                    <a:lnTo>
                      <a:pt x="12700" y="12700"/>
                    </a:lnTo>
                    <a:close/>
                  </a:path>
                </a:pathLst>
              </a:custGeom>
              <a:solidFill>
                <a:srgbClr val="FF93D8"/>
              </a:solidFill>
              <a:ln>
                <a:noFill/>
              </a:ln>
            </p:spPr>
          </p:sp>
        </p:grpSp>
        <p:sp>
          <p:nvSpPr>
            <p:cNvPr id="95" name="Google Shape;95;p1"/>
            <p:cNvSpPr txBox="1"/>
            <p:nvPr/>
          </p:nvSpPr>
          <p:spPr>
            <a:xfrm>
              <a:off x="703983" y="853560"/>
              <a:ext cx="17457109" cy="268287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ctr">
                <a:lnSpc>
                  <a:spcPct val="120001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US" sz="11999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ĐỒ ÁN CARO</a:t>
              </a:r>
              <a:endParaRPr/>
            </a:p>
          </p:txBody>
        </p:sp>
      </p:grpSp>
      <p:sp>
        <p:nvSpPr>
          <p:cNvPr id="96" name="Google Shape;96;p1"/>
          <p:cNvSpPr/>
          <p:nvPr/>
        </p:nvSpPr>
        <p:spPr>
          <a:xfrm>
            <a:off x="178497" y="1627257"/>
            <a:ext cx="1310625" cy="824502"/>
          </a:xfrm>
          <a:custGeom>
            <a:rect b="b" l="l" r="r" t="t"/>
            <a:pathLst>
              <a:path extrusionOk="0" h="824502" w="1310625">
                <a:moveTo>
                  <a:pt x="0" y="0"/>
                </a:moveTo>
                <a:lnTo>
                  <a:pt x="1310625" y="0"/>
                </a:lnTo>
                <a:lnTo>
                  <a:pt x="1310625" y="824502"/>
                </a:lnTo>
                <a:lnTo>
                  <a:pt x="0" y="824502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97" name="Google Shape;97;p1"/>
          <p:cNvSpPr/>
          <p:nvPr/>
        </p:nvSpPr>
        <p:spPr>
          <a:xfrm>
            <a:off x="1309663" y="168914"/>
            <a:ext cx="1125241" cy="1125241"/>
          </a:xfrm>
          <a:custGeom>
            <a:rect b="b" l="l" r="r" t="t"/>
            <a:pathLst>
              <a:path extrusionOk="0" h="1125241" w="1125241">
                <a:moveTo>
                  <a:pt x="0" y="0"/>
                </a:moveTo>
                <a:lnTo>
                  <a:pt x="1125240" y="0"/>
                </a:lnTo>
                <a:lnTo>
                  <a:pt x="1125240" y="1125240"/>
                </a:lnTo>
                <a:lnTo>
                  <a:pt x="0" y="112524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98" name="Google Shape;98;p1"/>
          <p:cNvSpPr/>
          <p:nvPr/>
        </p:nvSpPr>
        <p:spPr>
          <a:xfrm>
            <a:off x="456328" y="8054912"/>
            <a:ext cx="1074009" cy="1074009"/>
          </a:xfrm>
          <a:custGeom>
            <a:rect b="b" l="l" r="r" t="t"/>
            <a:pathLst>
              <a:path extrusionOk="0" h="1074009" w="1074009">
                <a:moveTo>
                  <a:pt x="0" y="0"/>
                </a:moveTo>
                <a:lnTo>
                  <a:pt x="1074008" y="0"/>
                </a:lnTo>
                <a:lnTo>
                  <a:pt x="1074008" y="1074009"/>
                </a:lnTo>
                <a:lnTo>
                  <a:pt x="0" y="1074009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99" name="Google Shape;99;p1"/>
          <p:cNvSpPr/>
          <p:nvPr/>
        </p:nvSpPr>
        <p:spPr>
          <a:xfrm>
            <a:off x="15863079" y="389166"/>
            <a:ext cx="1625429" cy="502405"/>
          </a:xfrm>
          <a:custGeom>
            <a:rect b="b" l="l" r="r" t="t"/>
            <a:pathLst>
              <a:path extrusionOk="0" h="502405" w="1625429">
                <a:moveTo>
                  <a:pt x="0" y="0"/>
                </a:moveTo>
                <a:lnTo>
                  <a:pt x="1625429" y="0"/>
                </a:lnTo>
                <a:lnTo>
                  <a:pt x="1625429" y="502405"/>
                </a:lnTo>
                <a:lnTo>
                  <a:pt x="0" y="502405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6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00" name="Google Shape;100;p1"/>
          <p:cNvSpPr/>
          <p:nvPr/>
        </p:nvSpPr>
        <p:spPr>
          <a:xfrm>
            <a:off x="16645085" y="7852984"/>
            <a:ext cx="1228430" cy="1096653"/>
          </a:xfrm>
          <a:custGeom>
            <a:rect b="b" l="l" r="r" t="t"/>
            <a:pathLst>
              <a:path extrusionOk="0" h="1096653" w="1228430">
                <a:moveTo>
                  <a:pt x="0" y="0"/>
                </a:moveTo>
                <a:lnTo>
                  <a:pt x="1228430" y="0"/>
                </a:lnTo>
                <a:lnTo>
                  <a:pt x="1228430" y="1096653"/>
                </a:lnTo>
                <a:lnTo>
                  <a:pt x="0" y="1096653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7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01" name="Google Shape;101;p1"/>
          <p:cNvSpPr/>
          <p:nvPr/>
        </p:nvSpPr>
        <p:spPr>
          <a:xfrm>
            <a:off x="16878776" y="1294154"/>
            <a:ext cx="1219464" cy="1219464"/>
          </a:xfrm>
          <a:custGeom>
            <a:rect b="b" l="l" r="r" t="t"/>
            <a:pathLst>
              <a:path extrusionOk="0" h="1219464" w="1219464">
                <a:moveTo>
                  <a:pt x="0" y="0"/>
                </a:moveTo>
                <a:lnTo>
                  <a:pt x="1219464" y="0"/>
                </a:lnTo>
                <a:lnTo>
                  <a:pt x="1219464" y="1219464"/>
                </a:lnTo>
                <a:lnTo>
                  <a:pt x="0" y="1219464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8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02" name="Google Shape;102;p1"/>
          <p:cNvSpPr/>
          <p:nvPr/>
        </p:nvSpPr>
        <p:spPr>
          <a:xfrm>
            <a:off x="15375938" y="8832782"/>
            <a:ext cx="1177184" cy="1172903"/>
          </a:xfrm>
          <a:custGeom>
            <a:rect b="b" l="l" r="r" t="t"/>
            <a:pathLst>
              <a:path extrusionOk="0" h="1172903" w="1177184">
                <a:moveTo>
                  <a:pt x="0" y="0"/>
                </a:moveTo>
                <a:lnTo>
                  <a:pt x="1177184" y="0"/>
                </a:lnTo>
                <a:lnTo>
                  <a:pt x="1177184" y="1172903"/>
                </a:lnTo>
                <a:lnTo>
                  <a:pt x="0" y="1172903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9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03" name="Google Shape;103;p1"/>
          <p:cNvSpPr/>
          <p:nvPr/>
        </p:nvSpPr>
        <p:spPr>
          <a:xfrm>
            <a:off x="1667096" y="8993505"/>
            <a:ext cx="840173" cy="1040755"/>
          </a:xfrm>
          <a:custGeom>
            <a:rect b="b" l="l" r="r" t="t"/>
            <a:pathLst>
              <a:path extrusionOk="0" h="1040755" w="840173">
                <a:moveTo>
                  <a:pt x="0" y="0"/>
                </a:moveTo>
                <a:lnTo>
                  <a:pt x="840173" y="0"/>
                </a:lnTo>
                <a:lnTo>
                  <a:pt x="840173" y="1040755"/>
                </a:lnTo>
                <a:lnTo>
                  <a:pt x="0" y="1040755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10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04" name="Google Shape;104;p1"/>
          <p:cNvSpPr txBox="1"/>
          <p:nvPr/>
        </p:nvSpPr>
        <p:spPr>
          <a:xfrm>
            <a:off x="17488508" y="9371609"/>
            <a:ext cx="152400" cy="2000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000" u="none" cap="none" strike="noStrike">
                <a:solidFill>
                  <a:srgbClr val="000000"/>
                </a:solidFill>
                <a:latin typeface="Noto Sans"/>
                <a:ea typeface="Noto Sans"/>
                <a:cs typeface="Noto Sans"/>
                <a:sym typeface="Noto Sans"/>
              </a:rPr>
              <a:t>1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8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9" name="Google Shape;109;p2"/>
          <p:cNvGrpSpPr/>
          <p:nvPr/>
        </p:nvGrpSpPr>
        <p:grpSpPr>
          <a:xfrm>
            <a:off x="1393814" y="3423055"/>
            <a:ext cx="15577673" cy="5835245"/>
            <a:chOff x="0" y="0"/>
            <a:chExt cx="27962470" cy="10474470"/>
          </a:xfrm>
        </p:grpSpPr>
        <p:sp>
          <p:nvSpPr>
            <p:cNvPr id="110" name="Google Shape;110;p2"/>
            <p:cNvSpPr/>
            <p:nvPr/>
          </p:nvSpPr>
          <p:spPr>
            <a:xfrm>
              <a:off x="72390" y="72390"/>
              <a:ext cx="27817691" cy="10329691"/>
            </a:xfrm>
            <a:custGeom>
              <a:rect b="b" l="l" r="r" t="t"/>
              <a:pathLst>
                <a:path extrusionOk="0" h="10329691" w="27817691">
                  <a:moveTo>
                    <a:pt x="0" y="0"/>
                  </a:moveTo>
                  <a:lnTo>
                    <a:pt x="27817691" y="0"/>
                  </a:lnTo>
                  <a:lnTo>
                    <a:pt x="27817691" y="10329691"/>
                  </a:lnTo>
                  <a:lnTo>
                    <a:pt x="0" y="1032969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</p:sp>
        <p:sp>
          <p:nvSpPr>
            <p:cNvPr id="111" name="Google Shape;111;p2"/>
            <p:cNvSpPr/>
            <p:nvPr/>
          </p:nvSpPr>
          <p:spPr>
            <a:xfrm>
              <a:off x="0" y="0"/>
              <a:ext cx="27962470" cy="10474470"/>
            </a:xfrm>
            <a:custGeom>
              <a:rect b="b" l="l" r="r" t="t"/>
              <a:pathLst>
                <a:path extrusionOk="0" h="10474470" w="27962470">
                  <a:moveTo>
                    <a:pt x="27817691" y="10329690"/>
                  </a:moveTo>
                  <a:lnTo>
                    <a:pt x="27962470" y="10329690"/>
                  </a:lnTo>
                  <a:lnTo>
                    <a:pt x="27962470" y="10474470"/>
                  </a:lnTo>
                  <a:lnTo>
                    <a:pt x="27817691" y="10474470"/>
                  </a:lnTo>
                  <a:lnTo>
                    <a:pt x="27817691" y="10329690"/>
                  </a:lnTo>
                  <a:close/>
                  <a:moveTo>
                    <a:pt x="0" y="144780"/>
                  </a:moveTo>
                  <a:lnTo>
                    <a:pt x="144780" y="144780"/>
                  </a:lnTo>
                  <a:lnTo>
                    <a:pt x="144780" y="10329690"/>
                  </a:lnTo>
                  <a:lnTo>
                    <a:pt x="0" y="10329690"/>
                  </a:lnTo>
                  <a:lnTo>
                    <a:pt x="0" y="144780"/>
                  </a:lnTo>
                  <a:close/>
                  <a:moveTo>
                    <a:pt x="0" y="10329690"/>
                  </a:moveTo>
                  <a:lnTo>
                    <a:pt x="144780" y="10329690"/>
                  </a:lnTo>
                  <a:lnTo>
                    <a:pt x="144780" y="10474470"/>
                  </a:lnTo>
                  <a:lnTo>
                    <a:pt x="0" y="10474470"/>
                  </a:lnTo>
                  <a:lnTo>
                    <a:pt x="0" y="10329690"/>
                  </a:lnTo>
                  <a:close/>
                  <a:moveTo>
                    <a:pt x="27817691" y="144780"/>
                  </a:moveTo>
                  <a:lnTo>
                    <a:pt x="27962470" y="144780"/>
                  </a:lnTo>
                  <a:lnTo>
                    <a:pt x="27962470" y="10329690"/>
                  </a:lnTo>
                  <a:lnTo>
                    <a:pt x="27817691" y="10329690"/>
                  </a:lnTo>
                  <a:lnTo>
                    <a:pt x="27817691" y="144780"/>
                  </a:lnTo>
                  <a:close/>
                  <a:moveTo>
                    <a:pt x="144780" y="10329690"/>
                  </a:moveTo>
                  <a:lnTo>
                    <a:pt x="27817691" y="10329690"/>
                  </a:lnTo>
                  <a:lnTo>
                    <a:pt x="27817691" y="10474470"/>
                  </a:lnTo>
                  <a:lnTo>
                    <a:pt x="144780" y="10474470"/>
                  </a:lnTo>
                  <a:lnTo>
                    <a:pt x="144780" y="10329690"/>
                  </a:lnTo>
                  <a:close/>
                  <a:moveTo>
                    <a:pt x="27817691" y="0"/>
                  </a:moveTo>
                  <a:lnTo>
                    <a:pt x="27962470" y="0"/>
                  </a:lnTo>
                  <a:lnTo>
                    <a:pt x="27962470" y="144780"/>
                  </a:lnTo>
                  <a:lnTo>
                    <a:pt x="27817691" y="144780"/>
                  </a:lnTo>
                  <a:lnTo>
                    <a:pt x="27817691" y="0"/>
                  </a:lnTo>
                  <a:close/>
                  <a:moveTo>
                    <a:pt x="0" y="0"/>
                  </a:moveTo>
                  <a:lnTo>
                    <a:pt x="144780" y="0"/>
                  </a:lnTo>
                  <a:lnTo>
                    <a:pt x="144780" y="144780"/>
                  </a:lnTo>
                  <a:lnTo>
                    <a:pt x="0" y="144780"/>
                  </a:lnTo>
                  <a:lnTo>
                    <a:pt x="0" y="0"/>
                  </a:lnTo>
                  <a:close/>
                  <a:moveTo>
                    <a:pt x="144780" y="0"/>
                  </a:moveTo>
                  <a:lnTo>
                    <a:pt x="27817691" y="0"/>
                  </a:lnTo>
                  <a:lnTo>
                    <a:pt x="27817691" y="144780"/>
                  </a:lnTo>
                  <a:lnTo>
                    <a:pt x="144780" y="144780"/>
                  </a:lnTo>
                  <a:lnTo>
                    <a:pt x="144780" y="0"/>
                  </a:lnTo>
                  <a:close/>
                </a:path>
              </a:pathLst>
            </a:custGeom>
            <a:solidFill>
              <a:srgbClr val="7CB79D"/>
            </a:solidFill>
            <a:ln>
              <a:noFill/>
            </a:ln>
          </p:spPr>
        </p:sp>
      </p:grpSp>
      <p:grpSp>
        <p:nvGrpSpPr>
          <p:cNvPr id="112" name="Google Shape;112;p2"/>
          <p:cNvGrpSpPr/>
          <p:nvPr/>
        </p:nvGrpSpPr>
        <p:grpSpPr>
          <a:xfrm>
            <a:off x="1377506" y="1261660"/>
            <a:ext cx="15593980" cy="1698913"/>
            <a:chOff x="0" y="0"/>
            <a:chExt cx="9187669" cy="1000967"/>
          </a:xfrm>
        </p:grpSpPr>
        <p:sp>
          <p:nvSpPr>
            <p:cNvPr id="113" name="Google Shape;113;p2"/>
            <p:cNvSpPr/>
            <p:nvPr/>
          </p:nvSpPr>
          <p:spPr>
            <a:xfrm>
              <a:off x="80010" y="80010"/>
              <a:ext cx="9094959" cy="908257"/>
            </a:xfrm>
            <a:custGeom>
              <a:rect b="b" l="l" r="r" t="t"/>
              <a:pathLst>
                <a:path extrusionOk="0" h="908257" w="9094959">
                  <a:moveTo>
                    <a:pt x="0" y="853647"/>
                  </a:moveTo>
                  <a:lnTo>
                    <a:pt x="0" y="908257"/>
                  </a:lnTo>
                  <a:lnTo>
                    <a:pt x="9094959" y="908257"/>
                  </a:lnTo>
                  <a:lnTo>
                    <a:pt x="9094959" y="0"/>
                  </a:lnTo>
                  <a:lnTo>
                    <a:pt x="9040350" y="0"/>
                  </a:lnTo>
                  <a:lnTo>
                    <a:pt x="9040350" y="853647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</p:sp>
        <p:sp>
          <p:nvSpPr>
            <p:cNvPr id="114" name="Google Shape;114;p2"/>
            <p:cNvSpPr/>
            <p:nvPr/>
          </p:nvSpPr>
          <p:spPr>
            <a:xfrm>
              <a:off x="67310" y="67310"/>
              <a:ext cx="9120359" cy="933657"/>
            </a:xfrm>
            <a:custGeom>
              <a:rect b="b" l="l" r="r" t="t"/>
              <a:pathLst>
                <a:path extrusionOk="0" h="933657" w="9120359">
                  <a:moveTo>
                    <a:pt x="9053050" y="0"/>
                  </a:moveTo>
                  <a:lnTo>
                    <a:pt x="9053050" y="12700"/>
                  </a:lnTo>
                  <a:lnTo>
                    <a:pt x="9107659" y="12700"/>
                  </a:lnTo>
                  <a:lnTo>
                    <a:pt x="9107659" y="920957"/>
                  </a:lnTo>
                  <a:lnTo>
                    <a:pt x="12700" y="920957"/>
                  </a:lnTo>
                  <a:lnTo>
                    <a:pt x="12700" y="866347"/>
                  </a:lnTo>
                  <a:lnTo>
                    <a:pt x="0" y="866347"/>
                  </a:lnTo>
                  <a:lnTo>
                    <a:pt x="0" y="933657"/>
                  </a:lnTo>
                  <a:lnTo>
                    <a:pt x="9120359" y="933657"/>
                  </a:lnTo>
                  <a:lnTo>
                    <a:pt x="9120359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</p:sp>
        <p:sp>
          <p:nvSpPr>
            <p:cNvPr id="115" name="Google Shape;115;p2"/>
            <p:cNvSpPr/>
            <p:nvPr/>
          </p:nvSpPr>
          <p:spPr>
            <a:xfrm>
              <a:off x="12700" y="12700"/>
              <a:ext cx="9094960" cy="908257"/>
            </a:xfrm>
            <a:custGeom>
              <a:rect b="b" l="l" r="r" t="t"/>
              <a:pathLst>
                <a:path extrusionOk="0" h="908257" w="9094960">
                  <a:moveTo>
                    <a:pt x="0" y="0"/>
                  </a:moveTo>
                  <a:lnTo>
                    <a:pt x="9094960" y="0"/>
                  </a:lnTo>
                  <a:lnTo>
                    <a:pt x="9094960" y="908257"/>
                  </a:lnTo>
                  <a:lnTo>
                    <a:pt x="0" y="908257"/>
                  </a:lnTo>
                  <a:close/>
                </a:path>
              </a:pathLst>
            </a:custGeom>
            <a:solidFill>
              <a:srgbClr val="FF93D8"/>
            </a:solidFill>
            <a:ln>
              <a:noFill/>
            </a:ln>
          </p:spPr>
        </p:sp>
        <p:sp>
          <p:nvSpPr>
            <p:cNvPr id="116" name="Google Shape;116;p2"/>
            <p:cNvSpPr/>
            <p:nvPr/>
          </p:nvSpPr>
          <p:spPr>
            <a:xfrm>
              <a:off x="0" y="0"/>
              <a:ext cx="9120360" cy="933657"/>
            </a:xfrm>
            <a:custGeom>
              <a:rect b="b" l="l" r="r" t="t"/>
              <a:pathLst>
                <a:path extrusionOk="0" h="933657" w="9120360">
                  <a:moveTo>
                    <a:pt x="80010" y="933657"/>
                  </a:moveTo>
                  <a:lnTo>
                    <a:pt x="9120360" y="933657"/>
                  </a:lnTo>
                  <a:lnTo>
                    <a:pt x="9120360" y="80010"/>
                  </a:lnTo>
                  <a:lnTo>
                    <a:pt x="9120360" y="67310"/>
                  </a:lnTo>
                  <a:lnTo>
                    <a:pt x="9120360" y="0"/>
                  </a:lnTo>
                  <a:lnTo>
                    <a:pt x="0" y="0"/>
                  </a:lnTo>
                  <a:lnTo>
                    <a:pt x="0" y="933657"/>
                  </a:lnTo>
                  <a:lnTo>
                    <a:pt x="67310" y="933657"/>
                  </a:lnTo>
                  <a:lnTo>
                    <a:pt x="80010" y="933657"/>
                  </a:lnTo>
                  <a:close/>
                  <a:moveTo>
                    <a:pt x="12700" y="12700"/>
                  </a:moveTo>
                  <a:lnTo>
                    <a:pt x="9107660" y="12700"/>
                  </a:lnTo>
                  <a:lnTo>
                    <a:pt x="9107660" y="920957"/>
                  </a:lnTo>
                  <a:lnTo>
                    <a:pt x="12700" y="920957"/>
                  </a:lnTo>
                  <a:lnTo>
                    <a:pt x="12700" y="1270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</p:sp>
      </p:grpSp>
      <p:grpSp>
        <p:nvGrpSpPr>
          <p:cNvPr id="117" name="Google Shape;117;p2"/>
          <p:cNvGrpSpPr/>
          <p:nvPr/>
        </p:nvGrpSpPr>
        <p:grpSpPr>
          <a:xfrm>
            <a:off x="13714518" y="4435313"/>
            <a:ext cx="3086100" cy="359270"/>
            <a:chOff x="0" y="-19050"/>
            <a:chExt cx="812800" cy="94623"/>
          </a:xfrm>
        </p:grpSpPr>
        <p:sp>
          <p:nvSpPr>
            <p:cNvPr id="118" name="Google Shape;118;p2"/>
            <p:cNvSpPr/>
            <p:nvPr/>
          </p:nvSpPr>
          <p:spPr>
            <a:xfrm>
              <a:off x="0" y="0"/>
              <a:ext cx="812800" cy="75573"/>
            </a:xfrm>
            <a:custGeom>
              <a:rect b="b" l="l" r="r" t="t"/>
              <a:pathLst>
                <a:path extrusionOk="0" h="75573" w="812800">
                  <a:moveTo>
                    <a:pt x="0" y="0"/>
                  </a:moveTo>
                  <a:lnTo>
                    <a:pt x="812800" y="0"/>
                  </a:lnTo>
                  <a:lnTo>
                    <a:pt x="812800" y="75573"/>
                  </a:lnTo>
                  <a:lnTo>
                    <a:pt x="0" y="75573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>
              <a:noFill/>
            </a:ln>
          </p:spPr>
        </p:sp>
        <p:sp>
          <p:nvSpPr>
            <p:cNvPr id="119" name="Google Shape;119;p2"/>
            <p:cNvSpPr txBox="1"/>
            <p:nvPr/>
          </p:nvSpPr>
          <p:spPr>
            <a:xfrm>
              <a:off x="0" y="-19050"/>
              <a:ext cx="812800" cy="9462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9055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20" name="Google Shape;120;p2"/>
          <p:cNvSpPr/>
          <p:nvPr/>
        </p:nvSpPr>
        <p:spPr>
          <a:xfrm rot="-1536343">
            <a:off x="16596804" y="579448"/>
            <a:ext cx="1929278" cy="2479212"/>
          </a:xfrm>
          <a:custGeom>
            <a:rect b="b" l="l" r="r" t="t"/>
            <a:pathLst>
              <a:path extrusionOk="0" h="2479212" w="1929278">
                <a:moveTo>
                  <a:pt x="0" y="0"/>
                </a:moveTo>
                <a:lnTo>
                  <a:pt x="1929278" y="0"/>
                </a:lnTo>
                <a:lnTo>
                  <a:pt x="1929278" y="2479212"/>
                </a:lnTo>
                <a:lnTo>
                  <a:pt x="0" y="2479212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21" name="Google Shape;121;p2"/>
          <p:cNvSpPr/>
          <p:nvPr/>
        </p:nvSpPr>
        <p:spPr>
          <a:xfrm rot="2896355">
            <a:off x="809196" y="-87756"/>
            <a:ext cx="1169234" cy="2232913"/>
          </a:xfrm>
          <a:custGeom>
            <a:rect b="b" l="l" r="r" t="t"/>
            <a:pathLst>
              <a:path extrusionOk="0" h="2232913" w="1169234">
                <a:moveTo>
                  <a:pt x="0" y="0"/>
                </a:moveTo>
                <a:lnTo>
                  <a:pt x="1169235" y="0"/>
                </a:lnTo>
                <a:lnTo>
                  <a:pt x="1169235" y="2232912"/>
                </a:lnTo>
                <a:lnTo>
                  <a:pt x="0" y="2232912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22" name="Google Shape;122;p2"/>
          <p:cNvSpPr txBox="1"/>
          <p:nvPr/>
        </p:nvSpPr>
        <p:spPr>
          <a:xfrm>
            <a:off x="1758692" y="4082299"/>
            <a:ext cx="14524681" cy="431673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-518155" lvl="1" marL="1036310" marR="0" rtl="0" algn="just">
              <a:lnSpc>
                <a:spcPct val="140008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799"/>
              <a:buFont typeface="Arial"/>
              <a:buChar char="•"/>
            </a:pPr>
            <a:r>
              <a:rPr b="1" i="0" lang="en-US" sz="4799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Tạo ra một hệ thống game hoàn chỉnh với đầy đủ các tính năng cơ bản (play, save, load, ...)</a:t>
            </a:r>
            <a:endParaRPr/>
          </a:p>
          <a:p>
            <a:pPr indent="0" lvl="0" marL="0" marR="0" rtl="0" algn="just">
              <a:lnSpc>
                <a:spcPct val="14000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i="0" sz="4799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518155" lvl="1" marL="1036310" marR="0" rtl="0" algn="just">
              <a:lnSpc>
                <a:spcPct val="140008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799"/>
              <a:buFont typeface="Arial"/>
              <a:buChar char="•"/>
            </a:pPr>
            <a:r>
              <a:rPr b="1" i="0" lang="en-US" sz="4799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Vận dụng được các kiến thức lập trình cốt lõi cũng như khả năng cấu trúc và quản lý mã nguồn hiệu quả</a:t>
            </a:r>
            <a:endParaRPr/>
          </a:p>
        </p:txBody>
      </p:sp>
      <p:sp>
        <p:nvSpPr>
          <p:cNvPr id="123" name="Google Shape;123;p2"/>
          <p:cNvSpPr txBox="1"/>
          <p:nvPr/>
        </p:nvSpPr>
        <p:spPr>
          <a:xfrm>
            <a:off x="4517662" y="1375903"/>
            <a:ext cx="9252675" cy="13049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2002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7501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MỤC TIÊU</a:t>
            </a:r>
            <a:endParaRPr/>
          </a:p>
        </p:txBody>
      </p:sp>
      <p:sp>
        <p:nvSpPr>
          <p:cNvPr id="124" name="Google Shape;124;p2"/>
          <p:cNvSpPr txBox="1"/>
          <p:nvPr/>
        </p:nvSpPr>
        <p:spPr>
          <a:xfrm>
            <a:off x="17416186" y="9210675"/>
            <a:ext cx="152400" cy="2000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000" u="none" cap="none" strike="noStrike">
                <a:solidFill>
                  <a:srgbClr val="000000"/>
                </a:solidFill>
                <a:latin typeface="Noto Sans"/>
                <a:ea typeface="Noto Sans"/>
                <a:cs typeface="Noto Sans"/>
                <a:sym typeface="Noto Sans"/>
              </a:rPr>
              <a:t>2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9" name="Google Shape;129;p3"/>
          <p:cNvGrpSpPr/>
          <p:nvPr/>
        </p:nvGrpSpPr>
        <p:grpSpPr>
          <a:xfrm>
            <a:off x="1377506" y="2689191"/>
            <a:ext cx="15584148" cy="7012952"/>
            <a:chOff x="0" y="0"/>
            <a:chExt cx="41000198" cy="18450313"/>
          </a:xfrm>
        </p:grpSpPr>
        <p:sp>
          <p:nvSpPr>
            <p:cNvPr id="130" name="Google Shape;130;p3"/>
            <p:cNvSpPr/>
            <p:nvPr/>
          </p:nvSpPr>
          <p:spPr>
            <a:xfrm>
              <a:off x="72390" y="72390"/>
              <a:ext cx="40855419" cy="18305533"/>
            </a:xfrm>
            <a:custGeom>
              <a:rect b="b" l="l" r="r" t="t"/>
              <a:pathLst>
                <a:path extrusionOk="0" h="18305533" w="40855419">
                  <a:moveTo>
                    <a:pt x="0" y="0"/>
                  </a:moveTo>
                  <a:lnTo>
                    <a:pt x="40855419" y="0"/>
                  </a:lnTo>
                  <a:lnTo>
                    <a:pt x="40855419" y="18305533"/>
                  </a:lnTo>
                  <a:lnTo>
                    <a:pt x="0" y="1830553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</p:sp>
        <p:sp>
          <p:nvSpPr>
            <p:cNvPr id="131" name="Google Shape;131;p3"/>
            <p:cNvSpPr/>
            <p:nvPr/>
          </p:nvSpPr>
          <p:spPr>
            <a:xfrm>
              <a:off x="0" y="0"/>
              <a:ext cx="41000198" cy="18450313"/>
            </a:xfrm>
            <a:custGeom>
              <a:rect b="b" l="l" r="r" t="t"/>
              <a:pathLst>
                <a:path extrusionOk="0" h="18450313" w="41000198">
                  <a:moveTo>
                    <a:pt x="40855416" y="18305534"/>
                  </a:moveTo>
                  <a:lnTo>
                    <a:pt x="41000198" y="18305534"/>
                  </a:lnTo>
                  <a:lnTo>
                    <a:pt x="41000198" y="18450313"/>
                  </a:lnTo>
                  <a:lnTo>
                    <a:pt x="40855416" y="18450313"/>
                  </a:lnTo>
                  <a:lnTo>
                    <a:pt x="40855416" y="18305534"/>
                  </a:lnTo>
                  <a:close/>
                  <a:moveTo>
                    <a:pt x="0" y="144780"/>
                  </a:moveTo>
                  <a:lnTo>
                    <a:pt x="144780" y="144780"/>
                  </a:lnTo>
                  <a:lnTo>
                    <a:pt x="144780" y="18305534"/>
                  </a:lnTo>
                  <a:lnTo>
                    <a:pt x="0" y="18305534"/>
                  </a:lnTo>
                  <a:lnTo>
                    <a:pt x="0" y="144780"/>
                  </a:lnTo>
                  <a:close/>
                  <a:moveTo>
                    <a:pt x="0" y="18305534"/>
                  </a:moveTo>
                  <a:lnTo>
                    <a:pt x="144780" y="18305534"/>
                  </a:lnTo>
                  <a:lnTo>
                    <a:pt x="144780" y="18450313"/>
                  </a:lnTo>
                  <a:lnTo>
                    <a:pt x="0" y="18450313"/>
                  </a:lnTo>
                  <a:lnTo>
                    <a:pt x="0" y="18305534"/>
                  </a:lnTo>
                  <a:close/>
                  <a:moveTo>
                    <a:pt x="40855416" y="144780"/>
                  </a:moveTo>
                  <a:lnTo>
                    <a:pt x="41000198" y="144780"/>
                  </a:lnTo>
                  <a:lnTo>
                    <a:pt x="41000198" y="18305534"/>
                  </a:lnTo>
                  <a:lnTo>
                    <a:pt x="40855416" y="18305534"/>
                  </a:lnTo>
                  <a:lnTo>
                    <a:pt x="40855416" y="144780"/>
                  </a:lnTo>
                  <a:close/>
                  <a:moveTo>
                    <a:pt x="144780" y="18305534"/>
                  </a:moveTo>
                  <a:lnTo>
                    <a:pt x="40855416" y="18305534"/>
                  </a:lnTo>
                  <a:lnTo>
                    <a:pt x="40855416" y="18450313"/>
                  </a:lnTo>
                  <a:lnTo>
                    <a:pt x="144780" y="18450313"/>
                  </a:lnTo>
                  <a:lnTo>
                    <a:pt x="144780" y="18305534"/>
                  </a:lnTo>
                  <a:close/>
                  <a:moveTo>
                    <a:pt x="40855416" y="0"/>
                  </a:moveTo>
                  <a:lnTo>
                    <a:pt x="41000198" y="0"/>
                  </a:lnTo>
                  <a:lnTo>
                    <a:pt x="41000198" y="144780"/>
                  </a:lnTo>
                  <a:lnTo>
                    <a:pt x="40855416" y="144780"/>
                  </a:lnTo>
                  <a:lnTo>
                    <a:pt x="40855416" y="0"/>
                  </a:lnTo>
                  <a:close/>
                  <a:moveTo>
                    <a:pt x="0" y="0"/>
                  </a:moveTo>
                  <a:lnTo>
                    <a:pt x="144780" y="0"/>
                  </a:lnTo>
                  <a:lnTo>
                    <a:pt x="144780" y="144780"/>
                  </a:lnTo>
                  <a:lnTo>
                    <a:pt x="0" y="144780"/>
                  </a:lnTo>
                  <a:lnTo>
                    <a:pt x="0" y="0"/>
                  </a:lnTo>
                  <a:close/>
                  <a:moveTo>
                    <a:pt x="144780" y="0"/>
                  </a:moveTo>
                  <a:lnTo>
                    <a:pt x="40855416" y="0"/>
                  </a:lnTo>
                  <a:lnTo>
                    <a:pt x="40855416" y="144780"/>
                  </a:lnTo>
                  <a:lnTo>
                    <a:pt x="144780" y="144780"/>
                  </a:lnTo>
                  <a:lnTo>
                    <a:pt x="144780" y="0"/>
                  </a:lnTo>
                  <a:close/>
                </a:path>
              </a:pathLst>
            </a:custGeom>
            <a:solidFill>
              <a:srgbClr val="7CB79D"/>
            </a:solidFill>
            <a:ln>
              <a:noFill/>
            </a:ln>
          </p:spPr>
        </p:sp>
      </p:grpSp>
      <p:grpSp>
        <p:nvGrpSpPr>
          <p:cNvPr id="132" name="Google Shape;132;p3"/>
          <p:cNvGrpSpPr/>
          <p:nvPr/>
        </p:nvGrpSpPr>
        <p:grpSpPr>
          <a:xfrm>
            <a:off x="1355585" y="483879"/>
            <a:ext cx="15584148" cy="1698913"/>
            <a:chOff x="0" y="0"/>
            <a:chExt cx="9181877" cy="1000967"/>
          </a:xfrm>
        </p:grpSpPr>
        <p:sp>
          <p:nvSpPr>
            <p:cNvPr id="133" name="Google Shape;133;p3"/>
            <p:cNvSpPr/>
            <p:nvPr/>
          </p:nvSpPr>
          <p:spPr>
            <a:xfrm>
              <a:off x="80010" y="80010"/>
              <a:ext cx="9089167" cy="908257"/>
            </a:xfrm>
            <a:custGeom>
              <a:rect b="b" l="l" r="r" t="t"/>
              <a:pathLst>
                <a:path extrusionOk="0" h="908257" w="9089167">
                  <a:moveTo>
                    <a:pt x="0" y="853647"/>
                  </a:moveTo>
                  <a:lnTo>
                    <a:pt x="0" y="908257"/>
                  </a:lnTo>
                  <a:lnTo>
                    <a:pt x="9089167" y="908257"/>
                  </a:lnTo>
                  <a:lnTo>
                    <a:pt x="9089167" y="0"/>
                  </a:lnTo>
                  <a:lnTo>
                    <a:pt x="9034557" y="0"/>
                  </a:lnTo>
                  <a:lnTo>
                    <a:pt x="9034557" y="853647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</p:sp>
        <p:sp>
          <p:nvSpPr>
            <p:cNvPr id="134" name="Google Shape;134;p3"/>
            <p:cNvSpPr/>
            <p:nvPr/>
          </p:nvSpPr>
          <p:spPr>
            <a:xfrm>
              <a:off x="67310" y="67310"/>
              <a:ext cx="9114567" cy="933657"/>
            </a:xfrm>
            <a:custGeom>
              <a:rect b="b" l="l" r="r" t="t"/>
              <a:pathLst>
                <a:path extrusionOk="0" h="933657" w="9114567">
                  <a:moveTo>
                    <a:pt x="9047257" y="0"/>
                  </a:moveTo>
                  <a:lnTo>
                    <a:pt x="9047257" y="12700"/>
                  </a:lnTo>
                  <a:lnTo>
                    <a:pt x="9101867" y="12700"/>
                  </a:lnTo>
                  <a:lnTo>
                    <a:pt x="9101867" y="920957"/>
                  </a:lnTo>
                  <a:lnTo>
                    <a:pt x="12700" y="920957"/>
                  </a:lnTo>
                  <a:lnTo>
                    <a:pt x="12700" y="866347"/>
                  </a:lnTo>
                  <a:lnTo>
                    <a:pt x="0" y="866347"/>
                  </a:lnTo>
                  <a:lnTo>
                    <a:pt x="0" y="933657"/>
                  </a:lnTo>
                  <a:lnTo>
                    <a:pt x="9114567" y="933657"/>
                  </a:lnTo>
                  <a:lnTo>
                    <a:pt x="9114567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</p:sp>
        <p:sp>
          <p:nvSpPr>
            <p:cNvPr id="135" name="Google Shape;135;p3"/>
            <p:cNvSpPr/>
            <p:nvPr/>
          </p:nvSpPr>
          <p:spPr>
            <a:xfrm>
              <a:off x="12700" y="12700"/>
              <a:ext cx="9089167" cy="908257"/>
            </a:xfrm>
            <a:custGeom>
              <a:rect b="b" l="l" r="r" t="t"/>
              <a:pathLst>
                <a:path extrusionOk="0" h="908257" w="9089167">
                  <a:moveTo>
                    <a:pt x="0" y="0"/>
                  </a:moveTo>
                  <a:lnTo>
                    <a:pt x="9089167" y="0"/>
                  </a:lnTo>
                  <a:lnTo>
                    <a:pt x="9089167" y="908257"/>
                  </a:lnTo>
                  <a:lnTo>
                    <a:pt x="0" y="908257"/>
                  </a:lnTo>
                  <a:close/>
                </a:path>
              </a:pathLst>
            </a:custGeom>
            <a:solidFill>
              <a:srgbClr val="FF93D8"/>
            </a:solidFill>
            <a:ln>
              <a:noFill/>
            </a:ln>
          </p:spPr>
        </p:sp>
        <p:sp>
          <p:nvSpPr>
            <p:cNvPr id="136" name="Google Shape;136;p3"/>
            <p:cNvSpPr/>
            <p:nvPr/>
          </p:nvSpPr>
          <p:spPr>
            <a:xfrm>
              <a:off x="0" y="0"/>
              <a:ext cx="9114567" cy="933657"/>
            </a:xfrm>
            <a:custGeom>
              <a:rect b="b" l="l" r="r" t="t"/>
              <a:pathLst>
                <a:path extrusionOk="0" h="933657" w="9114567">
                  <a:moveTo>
                    <a:pt x="80010" y="933657"/>
                  </a:moveTo>
                  <a:lnTo>
                    <a:pt x="9114567" y="933657"/>
                  </a:lnTo>
                  <a:lnTo>
                    <a:pt x="9114567" y="80010"/>
                  </a:lnTo>
                  <a:lnTo>
                    <a:pt x="9114567" y="67310"/>
                  </a:lnTo>
                  <a:lnTo>
                    <a:pt x="9114567" y="0"/>
                  </a:lnTo>
                  <a:lnTo>
                    <a:pt x="0" y="0"/>
                  </a:lnTo>
                  <a:lnTo>
                    <a:pt x="0" y="933657"/>
                  </a:lnTo>
                  <a:lnTo>
                    <a:pt x="67310" y="933657"/>
                  </a:lnTo>
                  <a:lnTo>
                    <a:pt x="80010" y="933657"/>
                  </a:lnTo>
                  <a:close/>
                  <a:moveTo>
                    <a:pt x="12700" y="12700"/>
                  </a:moveTo>
                  <a:lnTo>
                    <a:pt x="9101867" y="12700"/>
                  </a:lnTo>
                  <a:lnTo>
                    <a:pt x="9101867" y="920957"/>
                  </a:lnTo>
                  <a:lnTo>
                    <a:pt x="12700" y="920957"/>
                  </a:lnTo>
                  <a:lnTo>
                    <a:pt x="12700" y="1270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</p:sp>
      </p:grpSp>
      <p:sp>
        <p:nvSpPr>
          <p:cNvPr id="137" name="Google Shape;137;p3"/>
          <p:cNvSpPr/>
          <p:nvPr/>
        </p:nvSpPr>
        <p:spPr>
          <a:xfrm>
            <a:off x="3347136" y="6551370"/>
            <a:ext cx="2706930" cy="2706930"/>
          </a:xfrm>
          <a:custGeom>
            <a:rect b="b" l="l" r="r" t="t"/>
            <a:pathLst>
              <a:path extrusionOk="0" h="2706930" w="2706930">
                <a:moveTo>
                  <a:pt x="0" y="0"/>
                </a:moveTo>
                <a:lnTo>
                  <a:pt x="2706930" y="0"/>
                </a:lnTo>
                <a:lnTo>
                  <a:pt x="2706930" y="2706930"/>
                </a:lnTo>
                <a:lnTo>
                  <a:pt x="0" y="270693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38" name="Google Shape;138;p3"/>
          <p:cNvSpPr/>
          <p:nvPr/>
        </p:nvSpPr>
        <p:spPr>
          <a:xfrm>
            <a:off x="7839019" y="6551370"/>
            <a:ext cx="2609961" cy="2706930"/>
          </a:xfrm>
          <a:custGeom>
            <a:rect b="b" l="l" r="r" t="t"/>
            <a:pathLst>
              <a:path extrusionOk="0" h="2706930" w="2609961">
                <a:moveTo>
                  <a:pt x="0" y="0"/>
                </a:moveTo>
                <a:lnTo>
                  <a:pt x="2609962" y="0"/>
                </a:lnTo>
                <a:lnTo>
                  <a:pt x="2609962" y="2706930"/>
                </a:lnTo>
                <a:lnTo>
                  <a:pt x="0" y="270693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-25430" l="-30089" r="-30089" t="-29012"/>
            </a:stretch>
          </a:blipFill>
          <a:ln>
            <a:noFill/>
          </a:ln>
        </p:spPr>
      </p:sp>
      <p:sp>
        <p:nvSpPr>
          <p:cNvPr id="139" name="Google Shape;139;p3"/>
          <p:cNvSpPr/>
          <p:nvPr/>
        </p:nvSpPr>
        <p:spPr>
          <a:xfrm>
            <a:off x="7644384" y="2957700"/>
            <a:ext cx="2999233" cy="2905761"/>
          </a:xfrm>
          <a:custGeom>
            <a:rect b="b" l="l" r="r" t="t"/>
            <a:pathLst>
              <a:path extrusionOk="0" h="2905761" w="2999233">
                <a:moveTo>
                  <a:pt x="0" y="0"/>
                </a:moveTo>
                <a:lnTo>
                  <a:pt x="2999232" y="0"/>
                </a:lnTo>
                <a:lnTo>
                  <a:pt x="2999232" y="2905761"/>
                </a:lnTo>
                <a:lnTo>
                  <a:pt x="0" y="2905761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 b="-66464" l="-145139" r="-145135" t="-60138"/>
            </a:stretch>
          </a:blipFill>
          <a:ln>
            <a:noFill/>
          </a:ln>
        </p:spPr>
      </p:sp>
      <p:sp>
        <p:nvSpPr>
          <p:cNvPr id="140" name="Google Shape;140;p3"/>
          <p:cNvSpPr/>
          <p:nvPr/>
        </p:nvSpPr>
        <p:spPr>
          <a:xfrm>
            <a:off x="12119991" y="3136830"/>
            <a:ext cx="3001686" cy="3001686"/>
          </a:xfrm>
          <a:custGeom>
            <a:rect b="b" l="l" r="r" t="t"/>
            <a:pathLst>
              <a:path extrusionOk="0" h="3001686" w="3001686">
                <a:moveTo>
                  <a:pt x="0" y="0"/>
                </a:moveTo>
                <a:lnTo>
                  <a:pt x="3001687" y="0"/>
                </a:lnTo>
                <a:lnTo>
                  <a:pt x="3001687" y="3001687"/>
                </a:lnTo>
                <a:lnTo>
                  <a:pt x="0" y="3001687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6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41" name="Google Shape;141;p3"/>
          <p:cNvSpPr/>
          <p:nvPr/>
        </p:nvSpPr>
        <p:spPr>
          <a:xfrm>
            <a:off x="3250879" y="3200972"/>
            <a:ext cx="2937544" cy="2937544"/>
          </a:xfrm>
          <a:custGeom>
            <a:rect b="b" l="l" r="r" t="t"/>
            <a:pathLst>
              <a:path extrusionOk="0" h="2937544" w="2937544">
                <a:moveTo>
                  <a:pt x="0" y="0"/>
                </a:moveTo>
                <a:lnTo>
                  <a:pt x="2937544" y="0"/>
                </a:lnTo>
                <a:lnTo>
                  <a:pt x="2937544" y="2937545"/>
                </a:lnTo>
                <a:lnTo>
                  <a:pt x="0" y="2937545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7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42" name="Google Shape;142;p3"/>
          <p:cNvSpPr/>
          <p:nvPr/>
        </p:nvSpPr>
        <p:spPr>
          <a:xfrm>
            <a:off x="12283298" y="6475964"/>
            <a:ext cx="2675074" cy="2857742"/>
          </a:xfrm>
          <a:custGeom>
            <a:rect b="b" l="l" r="r" t="t"/>
            <a:pathLst>
              <a:path extrusionOk="0" h="2857742" w="2675074">
                <a:moveTo>
                  <a:pt x="0" y="0"/>
                </a:moveTo>
                <a:lnTo>
                  <a:pt x="2675073" y="0"/>
                </a:lnTo>
                <a:lnTo>
                  <a:pt x="2675073" y="2857742"/>
                </a:lnTo>
                <a:lnTo>
                  <a:pt x="0" y="2857742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8">
              <a:alphaModFix/>
            </a:blip>
            <a:stretch>
              <a:fillRect b="0" l="-44967" r="-44944" t="0"/>
            </a:stretch>
          </a:blipFill>
          <a:ln>
            <a:noFill/>
          </a:ln>
        </p:spPr>
      </p:sp>
      <p:sp>
        <p:nvSpPr>
          <p:cNvPr id="143" name="Google Shape;143;p3"/>
          <p:cNvSpPr txBox="1"/>
          <p:nvPr/>
        </p:nvSpPr>
        <p:spPr>
          <a:xfrm>
            <a:off x="2038528" y="674405"/>
            <a:ext cx="14210944" cy="13049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2002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7501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CÔNG CỤ SỬ DỤNG</a:t>
            </a:r>
            <a:endParaRPr/>
          </a:p>
        </p:txBody>
      </p:sp>
      <p:sp>
        <p:nvSpPr>
          <p:cNvPr id="144" name="Google Shape;144;p3"/>
          <p:cNvSpPr txBox="1"/>
          <p:nvPr/>
        </p:nvSpPr>
        <p:spPr>
          <a:xfrm>
            <a:off x="17259300" y="9210675"/>
            <a:ext cx="152400" cy="2000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000" u="none" cap="none" strike="noStrike">
                <a:solidFill>
                  <a:srgbClr val="000000"/>
                </a:solidFill>
                <a:latin typeface="Noto Sans"/>
                <a:ea typeface="Noto Sans"/>
                <a:cs typeface="Noto Sans"/>
                <a:sym typeface="Noto Sans"/>
              </a:rPr>
              <a:t>3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8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9" name="Google Shape;149;p4"/>
          <p:cNvGrpSpPr/>
          <p:nvPr/>
        </p:nvGrpSpPr>
        <p:grpSpPr>
          <a:xfrm>
            <a:off x="1377506" y="2689191"/>
            <a:ext cx="15584148" cy="7012952"/>
            <a:chOff x="0" y="0"/>
            <a:chExt cx="41000198" cy="18450313"/>
          </a:xfrm>
        </p:grpSpPr>
        <p:sp>
          <p:nvSpPr>
            <p:cNvPr id="150" name="Google Shape;150;p4"/>
            <p:cNvSpPr/>
            <p:nvPr/>
          </p:nvSpPr>
          <p:spPr>
            <a:xfrm>
              <a:off x="72390" y="72390"/>
              <a:ext cx="40855419" cy="18305533"/>
            </a:xfrm>
            <a:custGeom>
              <a:rect b="b" l="l" r="r" t="t"/>
              <a:pathLst>
                <a:path extrusionOk="0" h="18305533" w="40855419">
                  <a:moveTo>
                    <a:pt x="0" y="0"/>
                  </a:moveTo>
                  <a:lnTo>
                    <a:pt x="40855419" y="0"/>
                  </a:lnTo>
                  <a:lnTo>
                    <a:pt x="40855419" y="18305533"/>
                  </a:lnTo>
                  <a:lnTo>
                    <a:pt x="0" y="1830553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</p:sp>
        <p:sp>
          <p:nvSpPr>
            <p:cNvPr id="151" name="Google Shape;151;p4"/>
            <p:cNvSpPr/>
            <p:nvPr/>
          </p:nvSpPr>
          <p:spPr>
            <a:xfrm>
              <a:off x="0" y="0"/>
              <a:ext cx="41000198" cy="18450313"/>
            </a:xfrm>
            <a:custGeom>
              <a:rect b="b" l="l" r="r" t="t"/>
              <a:pathLst>
                <a:path extrusionOk="0" h="18450313" w="41000198">
                  <a:moveTo>
                    <a:pt x="40855416" y="18305534"/>
                  </a:moveTo>
                  <a:lnTo>
                    <a:pt x="41000198" y="18305534"/>
                  </a:lnTo>
                  <a:lnTo>
                    <a:pt x="41000198" y="18450313"/>
                  </a:lnTo>
                  <a:lnTo>
                    <a:pt x="40855416" y="18450313"/>
                  </a:lnTo>
                  <a:lnTo>
                    <a:pt x="40855416" y="18305534"/>
                  </a:lnTo>
                  <a:close/>
                  <a:moveTo>
                    <a:pt x="0" y="144780"/>
                  </a:moveTo>
                  <a:lnTo>
                    <a:pt x="144780" y="144780"/>
                  </a:lnTo>
                  <a:lnTo>
                    <a:pt x="144780" y="18305534"/>
                  </a:lnTo>
                  <a:lnTo>
                    <a:pt x="0" y="18305534"/>
                  </a:lnTo>
                  <a:lnTo>
                    <a:pt x="0" y="144780"/>
                  </a:lnTo>
                  <a:close/>
                  <a:moveTo>
                    <a:pt x="0" y="18305534"/>
                  </a:moveTo>
                  <a:lnTo>
                    <a:pt x="144780" y="18305534"/>
                  </a:lnTo>
                  <a:lnTo>
                    <a:pt x="144780" y="18450313"/>
                  </a:lnTo>
                  <a:lnTo>
                    <a:pt x="0" y="18450313"/>
                  </a:lnTo>
                  <a:lnTo>
                    <a:pt x="0" y="18305534"/>
                  </a:lnTo>
                  <a:close/>
                  <a:moveTo>
                    <a:pt x="40855416" y="144780"/>
                  </a:moveTo>
                  <a:lnTo>
                    <a:pt x="41000198" y="144780"/>
                  </a:lnTo>
                  <a:lnTo>
                    <a:pt x="41000198" y="18305534"/>
                  </a:lnTo>
                  <a:lnTo>
                    <a:pt x="40855416" y="18305534"/>
                  </a:lnTo>
                  <a:lnTo>
                    <a:pt x="40855416" y="144780"/>
                  </a:lnTo>
                  <a:close/>
                  <a:moveTo>
                    <a:pt x="144780" y="18305534"/>
                  </a:moveTo>
                  <a:lnTo>
                    <a:pt x="40855416" y="18305534"/>
                  </a:lnTo>
                  <a:lnTo>
                    <a:pt x="40855416" y="18450313"/>
                  </a:lnTo>
                  <a:lnTo>
                    <a:pt x="144780" y="18450313"/>
                  </a:lnTo>
                  <a:lnTo>
                    <a:pt x="144780" y="18305534"/>
                  </a:lnTo>
                  <a:close/>
                  <a:moveTo>
                    <a:pt x="40855416" y="0"/>
                  </a:moveTo>
                  <a:lnTo>
                    <a:pt x="41000198" y="0"/>
                  </a:lnTo>
                  <a:lnTo>
                    <a:pt x="41000198" y="144780"/>
                  </a:lnTo>
                  <a:lnTo>
                    <a:pt x="40855416" y="144780"/>
                  </a:lnTo>
                  <a:lnTo>
                    <a:pt x="40855416" y="0"/>
                  </a:lnTo>
                  <a:close/>
                  <a:moveTo>
                    <a:pt x="0" y="0"/>
                  </a:moveTo>
                  <a:lnTo>
                    <a:pt x="144780" y="0"/>
                  </a:lnTo>
                  <a:lnTo>
                    <a:pt x="144780" y="144780"/>
                  </a:lnTo>
                  <a:lnTo>
                    <a:pt x="0" y="144780"/>
                  </a:lnTo>
                  <a:lnTo>
                    <a:pt x="0" y="0"/>
                  </a:lnTo>
                  <a:close/>
                  <a:moveTo>
                    <a:pt x="144780" y="0"/>
                  </a:moveTo>
                  <a:lnTo>
                    <a:pt x="40855416" y="0"/>
                  </a:lnTo>
                  <a:lnTo>
                    <a:pt x="40855416" y="144780"/>
                  </a:lnTo>
                  <a:lnTo>
                    <a:pt x="144780" y="144780"/>
                  </a:lnTo>
                  <a:lnTo>
                    <a:pt x="144780" y="0"/>
                  </a:lnTo>
                  <a:close/>
                </a:path>
              </a:pathLst>
            </a:custGeom>
            <a:solidFill>
              <a:srgbClr val="7CB79D"/>
            </a:solidFill>
            <a:ln>
              <a:noFill/>
            </a:ln>
          </p:spPr>
        </p:sp>
      </p:grpSp>
      <p:grpSp>
        <p:nvGrpSpPr>
          <p:cNvPr id="152" name="Google Shape;152;p4"/>
          <p:cNvGrpSpPr/>
          <p:nvPr/>
        </p:nvGrpSpPr>
        <p:grpSpPr>
          <a:xfrm>
            <a:off x="1377506" y="477410"/>
            <a:ext cx="15584148" cy="1698913"/>
            <a:chOff x="0" y="0"/>
            <a:chExt cx="9181877" cy="1000967"/>
          </a:xfrm>
        </p:grpSpPr>
        <p:sp>
          <p:nvSpPr>
            <p:cNvPr id="153" name="Google Shape;153;p4"/>
            <p:cNvSpPr/>
            <p:nvPr/>
          </p:nvSpPr>
          <p:spPr>
            <a:xfrm>
              <a:off x="80010" y="80010"/>
              <a:ext cx="9089167" cy="908257"/>
            </a:xfrm>
            <a:custGeom>
              <a:rect b="b" l="l" r="r" t="t"/>
              <a:pathLst>
                <a:path extrusionOk="0" h="908257" w="9089167">
                  <a:moveTo>
                    <a:pt x="0" y="853647"/>
                  </a:moveTo>
                  <a:lnTo>
                    <a:pt x="0" y="908257"/>
                  </a:lnTo>
                  <a:lnTo>
                    <a:pt x="9089167" y="908257"/>
                  </a:lnTo>
                  <a:lnTo>
                    <a:pt x="9089167" y="0"/>
                  </a:lnTo>
                  <a:lnTo>
                    <a:pt x="9034557" y="0"/>
                  </a:lnTo>
                  <a:lnTo>
                    <a:pt x="9034557" y="853647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</p:sp>
        <p:sp>
          <p:nvSpPr>
            <p:cNvPr id="154" name="Google Shape;154;p4"/>
            <p:cNvSpPr/>
            <p:nvPr/>
          </p:nvSpPr>
          <p:spPr>
            <a:xfrm>
              <a:off x="67310" y="67310"/>
              <a:ext cx="9114567" cy="933657"/>
            </a:xfrm>
            <a:custGeom>
              <a:rect b="b" l="l" r="r" t="t"/>
              <a:pathLst>
                <a:path extrusionOk="0" h="933657" w="9114567">
                  <a:moveTo>
                    <a:pt x="9047257" y="0"/>
                  </a:moveTo>
                  <a:lnTo>
                    <a:pt x="9047257" y="12700"/>
                  </a:lnTo>
                  <a:lnTo>
                    <a:pt x="9101867" y="12700"/>
                  </a:lnTo>
                  <a:lnTo>
                    <a:pt x="9101867" y="920957"/>
                  </a:lnTo>
                  <a:lnTo>
                    <a:pt x="12700" y="920957"/>
                  </a:lnTo>
                  <a:lnTo>
                    <a:pt x="12700" y="866347"/>
                  </a:lnTo>
                  <a:lnTo>
                    <a:pt x="0" y="866347"/>
                  </a:lnTo>
                  <a:lnTo>
                    <a:pt x="0" y="933657"/>
                  </a:lnTo>
                  <a:lnTo>
                    <a:pt x="9114567" y="933657"/>
                  </a:lnTo>
                  <a:lnTo>
                    <a:pt x="9114567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</p:sp>
        <p:sp>
          <p:nvSpPr>
            <p:cNvPr id="155" name="Google Shape;155;p4"/>
            <p:cNvSpPr/>
            <p:nvPr/>
          </p:nvSpPr>
          <p:spPr>
            <a:xfrm>
              <a:off x="12700" y="12700"/>
              <a:ext cx="9089167" cy="908257"/>
            </a:xfrm>
            <a:custGeom>
              <a:rect b="b" l="l" r="r" t="t"/>
              <a:pathLst>
                <a:path extrusionOk="0" h="908257" w="9089167">
                  <a:moveTo>
                    <a:pt x="0" y="0"/>
                  </a:moveTo>
                  <a:lnTo>
                    <a:pt x="9089167" y="0"/>
                  </a:lnTo>
                  <a:lnTo>
                    <a:pt x="9089167" y="908257"/>
                  </a:lnTo>
                  <a:lnTo>
                    <a:pt x="0" y="908257"/>
                  </a:lnTo>
                  <a:close/>
                </a:path>
              </a:pathLst>
            </a:custGeom>
            <a:solidFill>
              <a:srgbClr val="FF93D8"/>
            </a:solidFill>
            <a:ln>
              <a:noFill/>
            </a:ln>
          </p:spPr>
        </p:sp>
        <p:sp>
          <p:nvSpPr>
            <p:cNvPr id="156" name="Google Shape;156;p4"/>
            <p:cNvSpPr/>
            <p:nvPr/>
          </p:nvSpPr>
          <p:spPr>
            <a:xfrm>
              <a:off x="0" y="0"/>
              <a:ext cx="9114567" cy="933657"/>
            </a:xfrm>
            <a:custGeom>
              <a:rect b="b" l="l" r="r" t="t"/>
              <a:pathLst>
                <a:path extrusionOk="0" h="933657" w="9114567">
                  <a:moveTo>
                    <a:pt x="80010" y="933657"/>
                  </a:moveTo>
                  <a:lnTo>
                    <a:pt x="9114567" y="933657"/>
                  </a:lnTo>
                  <a:lnTo>
                    <a:pt x="9114567" y="80010"/>
                  </a:lnTo>
                  <a:lnTo>
                    <a:pt x="9114567" y="67310"/>
                  </a:lnTo>
                  <a:lnTo>
                    <a:pt x="9114567" y="0"/>
                  </a:lnTo>
                  <a:lnTo>
                    <a:pt x="0" y="0"/>
                  </a:lnTo>
                  <a:lnTo>
                    <a:pt x="0" y="933657"/>
                  </a:lnTo>
                  <a:lnTo>
                    <a:pt x="67310" y="933657"/>
                  </a:lnTo>
                  <a:lnTo>
                    <a:pt x="80010" y="933657"/>
                  </a:lnTo>
                  <a:close/>
                  <a:moveTo>
                    <a:pt x="12700" y="12700"/>
                  </a:moveTo>
                  <a:lnTo>
                    <a:pt x="9101867" y="12700"/>
                  </a:lnTo>
                  <a:lnTo>
                    <a:pt x="9101867" y="920957"/>
                  </a:lnTo>
                  <a:lnTo>
                    <a:pt x="12700" y="920957"/>
                  </a:lnTo>
                  <a:lnTo>
                    <a:pt x="12700" y="1270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</p:sp>
      </p:grpSp>
      <p:sp>
        <p:nvSpPr>
          <p:cNvPr id="157" name="Google Shape;157;p4"/>
          <p:cNvSpPr txBox="1"/>
          <p:nvPr/>
        </p:nvSpPr>
        <p:spPr>
          <a:xfrm>
            <a:off x="1858625" y="2867025"/>
            <a:ext cx="14318100" cy="5694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-412750" lvl="1" marL="863599" marR="0" rtl="0" algn="l">
              <a:lnSpc>
                <a:spcPct val="180020"/>
              </a:lnSpc>
              <a:spcBef>
                <a:spcPts val="0"/>
              </a:spcBef>
              <a:spcAft>
                <a:spcPts val="0"/>
              </a:spcAft>
              <a:buClr>
                <a:srgbClr val="0047FF"/>
              </a:buClr>
              <a:buSzPts val="3699"/>
              <a:buFont typeface="Arial"/>
              <a:buChar char="•"/>
            </a:pPr>
            <a:r>
              <a:rPr b="1" i="0" lang="en-US" sz="3699" u="none" cap="none" strike="noStrike">
                <a:solidFill>
                  <a:srgbClr val="0047FF"/>
                </a:solidFill>
                <a:latin typeface="Calibri"/>
                <a:ea typeface="Calibri"/>
                <a:cs typeface="Calibri"/>
                <a:sym typeface="Calibri"/>
              </a:rPr>
              <a:t>Tầng quản lý tài nguyên</a:t>
            </a:r>
            <a:r>
              <a:rPr b="1" i="0" lang="en-US" sz="3699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: Khởi tạo và lưu trữ các tài nguyên dùng chung để tối ưu hóa bộ nhớ và thuận tiện trong việc sử dụng, sửa lỗi</a:t>
            </a:r>
            <a:endParaRPr sz="1100"/>
          </a:p>
          <a:p>
            <a:pPr indent="-412750" lvl="1" marL="863599" marR="0" rtl="0" algn="l">
              <a:lnSpc>
                <a:spcPct val="180020"/>
              </a:lnSpc>
              <a:spcBef>
                <a:spcPts val="0"/>
              </a:spcBef>
              <a:spcAft>
                <a:spcPts val="0"/>
              </a:spcAft>
              <a:buClr>
                <a:srgbClr val="FF5330"/>
              </a:buClr>
              <a:buSzPts val="3699"/>
              <a:buFont typeface="Arial"/>
              <a:buChar char="•"/>
            </a:pPr>
            <a:r>
              <a:rPr b="1" i="0" lang="en-US" sz="3699" u="none" cap="none" strike="noStrike">
                <a:solidFill>
                  <a:srgbClr val="FF5330"/>
                </a:solidFill>
                <a:latin typeface="Calibri"/>
                <a:ea typeface="Calibri"/>
                <a:cs typeface="Calibri"/>
                <a:sym typeface="Calibri"/>
              </a:rPr>
              <a:t>Tầng giao diện và menu</a:t>
            </a:r>
            <a:r>
              <a:rPr b="1" i="0" lang="en-US" sz="3699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: Định nghĩa các thuộc tính cơ bản như danh sách nút, nhãn, cơ chế điều hướng con trỏ, ... </a:t>
            </a:r>
            <a:endParaRPr sz="1100"/>
          </a:p>
          <a:p>
            <a:pPr indent="-412750" lvl="1" marL="863599" marR="0" rtl="0" algn="l">
              <a:lnSpc>
                <a:spcPct val="180020"/>
              </a:lnSpc>
              <a:spcBef>
                <a:spcPts val="0"/>
              </a:spcBef>
              <a:spcAft>
                <a:spcPts val="0"/>
              </a:spcAft>
              <a:buClr>
                <a:srgbClr val="F200FF"/>
              </a:buClr>
              <a:buSzPts val="3699"/>
              <a:buFont typeface="Arial"/>
              <a:buChar char="•"/>
            </a:pPr>
            <a:r>
              <a:rPr b="1" i="0" lang="en-US" sz="3699" u="none" cap="none" strike="noStrike">
                <a:solidFill>
                  <a:srgbClr val="F200FF"/>
                </a:solidFill>
                <a:latin typeface="Calibri"/>
                <a:ea typeface="Calibri"/>
                <a:cs typeface="Calibri"/>
                <a:sym typeface="Calibri"/>
              </a:rPr>
              <a:t>Tầng logic trò chơi</a:t>
            </a:r>
            <a:r>
              <a:rPr b="1" i="0" lang="en-US" sz="3699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: Điều khiển logic trò chơi, bàn cờ, quân cờ, cơ chế thắng thua, ... </a:t>
            </a:r>
            <a:endParaRPr sz="1100"/>
          </a:p>
        </p:txBody>
      </p:sp>
      <p:sp>
        <p:nvSpPr>
          <p:cNvPr id="158" name="Google Shape;158;p4"/>
          <p:cNvSpPr txBox="1"/>
          <p:nvPr/>
        </p:nvSpPr>
        <p:spPr>
          <a:xfrm>
            <a:off x="2038528" y="674405"/>
            <a:ext cx="14210944" cy="13049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2002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7501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KIẾN TRÚC TỔNG THỂ</a:t>
            </a:r>
            <a:endParaRPr/>
          </a:p>
        </p:txBody>
      </p:sp>
      <p:sp>
        <p:nvSpPr>
          <p:cNvPr id="159" name="Google Shape;159;p4"/>
          <p:cNvSpPr txBox="1"/>
          <p:nvPr/>
        </p:nvSpPr>
        <p:spPr>
          <a:xfrm>
            <a:off x="17259300" y="9210675"/>
            <a:ext cx="152400" cy="2000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000" u="none" cap="none" strike="noStrike">
                <a:solidFill>
                  <a:srgbClr val="000000"/>
                </a:solidFill>
                <a:latin typeface="Noto Sans"/>
                <a:ea typeface="Noto Sans"/>
                <a:cs typeface="Noto Sans"/>
                <a:sym typeface="Noto Sans"/>
              </a:rPr>
              <a:t>4</a:t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3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A diagram of a company&#10;&#10;AI-generated content may be incorrect." id="164" name="Google Shape;164;p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286" y="-37851"/>
            <a:ext cx="18285714" cy="10285714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65" name="Google Shape;165;p5"/>
          <p:cNvGrpSpPr/>
          <p:nvPr/>
        </p:nvGrpSpPr>
        <p:grpSpPr>
          <a:xfrm>
            <a:off x="5094242" y="196062"/>
            <a:ext cx="8184792" cy="1457323"/>
            <a:chOff x="0" y="0"/>
            <a:chExt cx="4822320" cy="858627"/>
          </a:xfrm>
        </p:grpSpPr>
        <p:sp>
          <p:nvSpPr>
            <p:cNvPr id="166" name="Google Shape;166;p5"/>
            <p:cNvSpPr/>
            <p:nvPr/>
          </p:nvSpPr>
          <p:spPr>
            <a:xfrm>
              <a:off x="80010" y="80010"/>
              <a:ext cx="4729610" cy="765917"/>
            </a:xfrm>
            <a:custGeom>
              <a:rect b="b" l="l" r="r" t="t"/>
              <a:pathLst>
                <a:path extrusionOk="0" h="765917" w="4729610">
                  <a:moveTo>
                    <a:pt x="0" y="711307"/>
                  </a:moveTo>
                  <a:lnTo>
                    <a:pt x="0" y="765917"/>
                  </a:lnTo>
                  <a:lnTo>
                    <a:pt x="4729610" y="765917"/>
                  </a:lnTo>
                  <a:lnTo>
                    <a:pt x="4729610" y="0"/>
                  </a:lnTo>
                  <a:lnTo>
                    <a:pt x="4675000" y="0"/>
                  </a:lnTo>
                  <a:lnTo>
                    <a:pt x="4675000" y="711307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</p:sp>
        <p:sp>
          <p:nvSpPr>
            <p:cNvPr id="167" name="Google Shape;167;p5"/>
            <p:cNvSpPr/>
            <p:nvPr/>
          </p:nvSpPr>
          <p:spPr>
            <a:xfrm>
              <a:off x="67310" y="67310"/>
              <a:ext cx="4755010" cy="791317"/>
            </a:xfrm>
            <a:custGeom>
              <a:rect b="b" l="l" r="r" t="t"/>
              <a:pathLst>
                <a:path extrusionOk="0" h="791317" w="4755010">
                  <a:moveTo>
                    <a:pt x="4687700" y="0"/>
                  </a:moveTo>
                  <a:lnTo>
                    <a:pt x="4687700" y="12700"/>
                  </a:lnTo>
                  <a:lnTo>
                    <a:pt x="4742310" y="12700"/>
                  </a:lnTo>
                  <a:lnTo>
                    <a:pt x="4742310" y="778617"/>
                  </a:lnTo>
                  <a:lnTo>
                    <a:pt x="12700" y="778617"/>
                  </a:lnTo>
                  <a:lnTo>
                    <a:pt x="12700" y="724007"/>
                  </a:lnTo>
                  <a:lnTo>
                    <a:pt x="0" y="724007"/>
                  </a:lnTo>
                  <a:lnTo>
                    <a:pt x="0" y="791317"/>
                  </a:lnTo>
                  <a:lnTo>
                    <a:pt x="4755010" y="791317"/>
                  </a:lnTo>
                  <a:lnTo>
                    <a:pt x="4755010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</p:sp>
        <p:sp>
          <p:nvSpPr>
            <p:cNvPr id="168" name="Google Shape;168;p5"/>
            <p:cNvSpPr/>
            <p:nvPr/>
          </p:nvSpPr>
          <p:spPr>
            <a:xfrm>
              <a:off x="12700" y="12700"/>
              <a:ext cx="4729610" cy="765917"/>
            </a:xfrm>
            <a:custGeom>
              <a:rect b="b" l="l" r="r" t="t"/>
              <a:pathLst>
                <a:path extrusionOk="0" h="765917" w="4729610">
                  <a:moveTo>
                    <a:pt x="0" y="0"/>
                  </a:moveTo>
                  <a:lnTo>
                    <a:pt x="4729610" y="0"/>
                  </a:lnTo>
                  <a:lnTo>
                    <a:pt x="4729610" y="765917"/>
                  </a:lnTo>
                  <a:lnTo>
                    <a:pt x="0" y="765917"/>
                  </a:lnTo>
                  <a:close/>
                </a:path>
              </a:pathLst>
            </a:custGeom>
            <a:solidFill>
              <a:srgbClr val="FF93D8"/>
            </a:solidFill>
            <a:ln>
              <a:noFill/>
            </a:ln>
          </p:spPr>
        </p:sp>
        <p:sp>
          <p:nvSpPr>
            <p:cNvPr id="169" name="Google Shape;169;p5"/>
            <p:cNvSpPr/>
            <p:nvPr/>
          </p:nvSpPr>
          <p:spPr>
            <a:xfrm>
              <a:off x="0" y="0"/>
              <a:ext cx="4755010" cy="791317"/>
            </a:xfrm>
            <a:custGeom>
              <a:rect b="b" l="l" r="r" t="t"/>
              <a:pathLst>
                <a:path extrusionOk="0" h="791317" w="4755010">
                  <a:moveTo>
                    <a:pt x="80010" y="791317"/>
                  </a:moveTo>
                  <a:lnTo>
                    <a:pt x="4755010" y="791317"/>
                  </a:lnTo>
                  <a:lnTo>
                    <a:pt x="4755010" y="80010"/>
                  </a:lnTo>
                  <a:lnTo>
                    <a:pt x="4755010" y="67310"/>
                  </a:lnTo>
                  <a:lnTo>
                    <a:pt x="4755010" y="0"/>
                  </a:lnTo>
                  <a:lnTo>
                    <a:pt x="0" y="0"/>
                  </a:lnTo>
                  <a:lnTo>
                    <a:pt x="0" y="791317"/>
                  </a:lnTo>
                  <a:lnTo>
                    <a:pt x="67310" y="791317"/>
                  </a:lnTo>
                  <a:lnTo>
                    <a:pt x="80010" y="791317"/>
                  </a:lnTo>
                  <a:close/>
                  <a:moveTo>
                    <a:pt x="12700" y="12700"/>
                  </a:moveTo>
                  <a:lnTo>
                    <a:pt x="4742310" y="12700"/>
                  </a:lnTo>
                  <a:lnTo>
                    <a:pt x="4742310" y="778617"/>
                  </a:lnTo>
                  <a:lnTo>
                    <a:pt x="12700" y="778617"/>
                  </a:lnTo>
                  <a:lnTo>
                    <a:pt x="12700" y="1270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</p:sp>
      </p:grpSp>
      <p:sp>
        <p:nvSpPr>
          <p:cNvPr id="170" name="Google Shape;170;p5"/>
          <p:cNvSpPr txBox="1"/>
          <p:nvPr/>
        </p:nvSpPr>
        <p:spPr>
          <a:xfrm>
            <a:off x="2560644" y="212661"/>
            <a:ext cx="13166712" cy="13049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2002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7501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Sơ đồ gameplay</a:t>
            </a:r>
            <a:endParaRPr/>
          </a:p>
        </p:txBody>
      </p:sp>
      <p:sp>
        <p:nvSpPr>
          <p:cNvPr id="171" name="Google Shape;171;p5"/>
          <p:cNvSpPr txBox="1"/>
          <p:nvPr/>
        </p:nvSpPr>
        <p:spPr>
          <a:xfrm>
            <a:off x="17659767" y="9213337"/>
            <a:ext cx="152400" cy="2000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000" u="none" cap="none" strike="noStrike">
                <a:solidFill>
                  <a:srgbClr val="000000"/>
                </a:solidFill>
                <a:latin typeface="Noto Sans"/>
                <a:ea typeface="Noto Sans"/>
                <a:cs typeface="Noto Sans"/>
                <a:sym typeface="Noto Sans"/>
              </a:rPr>
              <a:t>5</a:t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5" name="Shape 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76" name="Google Shape;176;p6"/>
          <p:cNvGrpSpPr/>
          <p:nvPr/>
        </p:nvGrpSpPr>
        <p:grpSpPr>
          <a:xfrm>
            <a:off x="710292" y="2667070"/>
            <a:ext cx="8847742" cy="6989468"/>
            <a:chOff x="0" y="0"/>
            <a:chExt cx="21522079" cy="17001838"/>
          </a:xfrm>
        </p:grpSpPr>
        <p:sp>
          <p:nvSpPr>
            <p:cNvPr id="177" name="Google Shape;177;p6"/>
            <p:cNvSpPr/>
            <p:nvPr/>
          </p:nvSpPr>
          <p:spPr>
            <a:xfrm>
              <a:off x="72390" y="72390"/>
              <a:ext cx="21377299" cy="16857057"/>
            </a:xfrm>
            <a:custGeom>
              <a:rect b="b" l="l" r="r" t="t"/>
              <a:pathLst>
                <a:path extrusionOk="0" h="16857057" w="21377299">
                  <a:moveTo>
                    <a:pt x="0" y="0"/>
                  </a:moveTo>
                  <a:lnTo>
                    <a:pt x="21377299" y="0"/>
                  </a:lnTo>
                  <a:lnTo>
                    <a:pt x="21377299" y="16857057"/>
                  </a:lnTo>
                  <a:lnTo>
                    <a:pt x="0" y="1685705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</p:sp>
        <p:sp>
          <p:nvSpPr>
            <p:cNvPr id="178" name="Google Shape;178;p6"/>
            <p:cNvSpPr/>
            <p:nvPr/>
          </p:nvSpPr>
          <p:spPr>
            <a:xfrm>
              <a:off x="0" y="0"/>
              <a:ext cx="21522079" cy="17001838"/>
            </a:xfrm>
            <a:custGeom>
              <a:rect b="b" l="l" r="r" t="t"/>
              <a:pathLst>
                <a:path extrusionOk="0" h="17001838" w="21522079">
                  <a:moveTo>
                    <a:pt x="21377298" y="16857058"/>
                  </a:moveTo>
                  <a:lnTo>
                    <a:pt x="21522079" y="16857058"/>
                  </a:lnTo>
                  <a:lnTo>
                    <a:pt x="21522079" y="17001838"/>
                  </a:lnTo>
                  <a:lnTo>
                    <a:pt x="21377298" y="17001838"/>
                  </a:lnTo>
                  <a:lnTo>
                    <a:pt x="21377298" y="16857058"/>
                  </a:lnTo>
                  <a:close/>
                  <a:moveTo>
                    <a:pt x="0" y="144780"/>
                  </a:moveTo>
                  <a:lnTo>
                    <a:pt x="144780" y="144780"/>
                  </a:lnTo>
                  <a:lnTo>
                    <a:pt x="144780" y="16857058"/>
                  </a:lnTo>
                  <a:lnTo>
                    <a:pt x="0" y="16857058"/>
                  </a:lnTo>
                  <a:lnTo>
                    <a:pt x="0" y="144780"/>
                  </a:lnTo>
                  <a:close/>
                  <a:moveTo>
                    <a:pt x="0" y="16857058"/>
                  </a:moveTo>
                  <a:lnTo>
                    <a:pt x="144780" y="16857058"/>
                  </a:lnTo>
                  <a:lnTo>
                    <a:pt x="144780" y="17001838"/>
                  </a:lnTo>
                  <a:lnTo>
                    <a:pt x="0" y="17001838"/>
                  </a:lnTo>
                  <a:lnTo>
                    <a:pt x="0" y="16857058"/>
                  </a:lnTo>
                  <a:close/>
                  <a:moveTo>
                    <a:pt x="21377298" y="144780"/>
                  </a:moveTo>
                  <a:lnTo>
                    <a:pt x="21522079" y="144780"/>
                  </a:lnTo>
                  <a:lnTo>
                    <a:pt x="21522079" y="16857058"/>
                  </a:lnTo>
                  <a:lnTo>
                    <a:pt x="21377298" y="16857058"/>
                  </a:lnTo>
                  <a:lnTo>
                    <a:pt x="21377298" y="144780"/>
                  </a:lnTo>
                  <a:close/>
                  <a:moveTo>
                    <a:pt x="144780" y="16857058"/>
                  </a:moveTo>
                  <a:lnTo>
                    <a:pt x="21377298" y="16857058"/>
                  </a:lnTo>
                  <a:lnTo>
                    <a:pt x="21377298" y="17001838"/>
                  </a:lnTo>
                  <a:lnTo>
                    <a:pt x="144780" y="17001838"/>
                  </a:lnTo>
                  <a:lnTo>
                    <a:pt x="144780" y="16857058"/>
                  </a:lnTo>
                  <a:close/>
                  <a:moveTo>
                    <a:pt x="21377298" y="0"/>
                  </a:moveTo>
                  <a:lnTo>
                    <a:pt x="21522079" y="0"/>
                  </a:lnTo>
                  <a:lnTo>
                    <a:pt x="21522079" y="144780"/>
                  </a:lnTo>
                  <a:lnTo>
                    <a:pt x="21377298" y="144780"/>
                  </a:lnTo>
                  <a:lnTo>
                    <a:pt x="21377298" y="0"/>
                  </a:lnTo>
                  <a:close/>
                  <a:moveTo>
                    <a:pt x="0" y="0"/>
                  </a:moveTo>
                  <a:lnTo>
                    <a:pt x="144780" y="0"/>
                  </a:lnTo>
                  <a:lnTo>
                    <a:pt x="144780" y="144780"/>
                  </a:lnTo>
                  <a:lnTo>
                    <a:pt x="0" y="144780"/>
                  </a:lnTo>
                  <a:lnTo>
                    <a:pt x="0" y="0"/>
                  </a:lnTo>
                  <a:close/>
                  <a:moveTo>
                    <a:pt x="144780" y="0"/>
                  </a:moveTo>
                  <a:lnTo>
                    <a:pt x="21377298" y="0"/>
                  </a:lnTo>
                  <a:lnTo>
                    <a:pt x="21377298" y="144780"/>
                  </a:lnTo>
                  <a:lnTo>
                    <a:pt x="144780" y="144780"/>
                  </a:lnTo>
                  <a:lnTo>
                    <a:pt x="144780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</p:sp>
      </p:grpSp>
      <p:grpSp>
        <p:nvGrpSpPr>
          <p:cNvPr id="179" name="Google Shape;179;p6"/>
          <p:cNvGrpSpPr/>
          <p:nvPr/>
        </p:nvGrpSpPr>
        <p:grpSpPr>
          <a:xfrm>
            <a:off x="1203103" y="487825"/>
            <a:ext cx="8180528" cy="1698913"/>
            <a:chOff x="0" y="0"/>
            <a:chExt cx="4819808" cy="1000967"/>
          </a:xfrm>
        </p:grpSpPr>
        <p:sp>
          <p:nvSpPr>
            <p:cNvPr id="180" name="Google Shape;180;p6"/>
            <p:cNvSpPr/>
            <p:nvPr/>
          </p:nvSpPr>
          <p:spPr>
            <a:xfrm>
              <a:off x="80010" y="80010"/>
              <a:ext cx="4727098" cy="908257"/>
            </a:xfrm>
            <a:custGeom>
              <a:rect b="b" l="l" r="r" t="t"/>
              <a:pathLst>
                <a:path extrusionOk="0" h="908257" w="4727098">
                  <a:moveTo>
                    <a:pt x="0" y="853647"/>
                  </a:moveTo>
                  <a:lnTo>
                    <a:pt x="0" y="908257"/>
                  </a:lnTo>
                  <a:lnTo>
                    <a:pt x="4727098" y="908257"/>
                  </a:lnTo>
                  <a:lnTo>
                    <a:pt x="4727098" y="0"/>
                  </a:lnTo>
                  <a:lnTo>
                    <a:pt x="4672488" y="0"/>
                  </a:lnTo>
                  <a:lnTo>
                    <a:pt x="4672488" y="853647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</p:sp>
        <p:sp>
          <p:nvSpPr>
            <p:cNvPr id="181" name="Google Shape;181;p6"/>
            <p:cNvSpPr/>
            <p:nvPr/>
          </p:nvSpPr>
          <p:spPr>
            <a:xfrm>
              <a:off x="67310" y="67310"/>
              <a:ext cx="4752498" cy="933657"/>
            </a:xfrm>
            <a:custGeom>
              <a:rect b="b" l="l" r="r" t="t"/>
              <a:pathLst>
                <a:path extrusionOk="0" h="933657" w="4752498">
                  <a:moveTo>
                    <a:pt x="4685188" y="0"/>
                  </a:moveTo>
                  <a:lnTo>
                    <a:pt x="4685188" y="12700"/>
                  </a:lnTo>
                  <a:lnTo>
                    <a:pt x="4739798" y="12700"/>
                  </a:lnTo>
                  <a:lnTo>
                    <a:pt x="4739798" y="920957"/>
                  </a:lnTo>
                  <a:lnTo>
                    <a:pt x="12700" y="920957"/>
                  </a:lnTo>
                  <a:lnTo>
                    <a:pt x="12700" y="866347"/>
                  </a:lnTo>
                  <a:lnTo>
                    <a:pt x="0" y="866347"/>
                  </a:lnTo>
                  <a:lnTo>
                    <a:pt x="0" y="933657"/>
                  </a:lnTo>
                  <a:lnTo>
                    <a:pt x="4752498" y="933657"/>
                  </a:lnTo>
                  <a:lnTo>
                    <a:pt x="4752498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</p:sp>
        <p:sp>
          <p:nvSpPr>
            <p:cNvPr id="182" name="Google Shape;182;p6"/>
            <p:cNvSpPr/>
            <p:nvPr/>
          </p:nvSpPr>
          <p:spPr>
            <a:xfrm>
              <a:off x="12700" y="12700"/>
              <a:ext cx="4727098" cy="908257"/>
            </a:xfrm>
            <a:custGeom>
              <a:rect b="b" l="l" r="r" t="t"/>
              <a:pathLst>
                <a:path extrusionOk="0" h="908257" w="4727098">
                  <a:moveTo>
                    <a:pt x="0" y="0"/>
                  </a:moveTo>
                  <a:lnTo>
                    <a:pt x="4727098" y="0"/>
                  </a:lnTo>
                  <a:lnTo>
                    <a:pt x="4727098" y="908257"/>
                  </a:lnTo>
                  <a:lnTo>
                    <a:pt x="0" y="908257"/>
                  </a:lnTo>
                  <a:close/>
                </a:path>
              </a:pathLst>
            </a:custGeom>
            <a:solidFill>
              <a:srgbClr val="FF93D8"/>
            </a:solidFill>
            <a:ln>
              <a:noFill/>
            </a:ln>
          </p:spPr>
        </p:sp>
        <p:sp>
          <p:nvSpPr>
            <p:cNvPr id="183" name="Google Shape;183;p6"/>
            <p:cNvSpPr/>
            <p:nvPr/>
          </p:nvSpPr>
          <p:spPr>
            <a:xfrm>
              <a:off x="0" y="0"/>
              <a:ext cx="4752498" cy="933657"/>
            </a:xfrm>
            <a:custGeom>
              <a:rect b="b" l="l" r="r" t="t"/>
              <a:pathLst>
                <a:path extrusionOk="0" h="933657" w="4752498">
                  <a:moveTo>
                    <a:pt x="80010" y="933657"/>
                  </a:moveTo>
                  <a:lnTo>
                    <a:pt x="4752498" y="933657"/>
                  </a:lnTo>
                  <a:lnTo>
                    <a:pt x="4752498" y="80010"/>
                  </a:lnTo>
                  <a:lnTo>
                    <a:pt x="4752498" y="67310"/>
                  </a:lnTo>
                  <a:lnTo>
                    <a:pt x="4752498" y="0"/>
                  </a:lnTo>
                  <a:lnTo>
                    <a:pt x="0" y="0"/>
                  </a:lnTo>
                  <a:lnTo>
                    <a:pt x="0" y="933657"/>
                  </a:lnTo>
                  <a:lnTo>
                    <a:pt x="67310" y="933657"/>
                  </a:lnTo>
                  <a:lnTo>
                    <a:pt x="80010" y="933657"/>
                  </a:lnTo>
                  <a:close/>
                  <a:moveTo>
                    <a:pt x="12700" y="12700"/>
                  </a:moveTo>
                  <a:lnTo>
                    <a:pt x="4739798" y="12700"/>
                  </a:lnTo>
                  <a:lnTo>
                    <a:pt x="4739798" y="920957"/>
                  </a:lnTo>
                  <a:lnTo>
                    <a:pt x="12700" y="920957"/>
                  </a:lnTo>
                  <a:lnTo>
                    <a:pt x="12700" y="1270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</p:sp>
      </p:grpSp>
      <p:sp>
        <p:nvSpPr>
          <p:cNvPr id="184" name="Google Shape;184;p6"/>
          <p:cNvSpPr/>
          <p:nvPr/>
        </p:nvSpPr>
        <p:spPr>
          <a:xfrm>
            <a:off x="9958065" y="0"/>
            <a:ext cx="8329935" cy="10605293"/>
          </a:xfrm>
          <a:custGeom>
            <a:rect b="b" l="l" r="r" t="t"/>
            <a:pathLst>
              <a:path extrusionOk="0" h="10605293" w="8329935">
                <a:moveTo>
                  <a:pt x="0" y="0"/>
                </a:moveTo>
                <a:lnTo>
                  <a:pt x="8329935" y="0"/>
                </a:lnTo>
                <a:lnTo>
                  <a:pt x="8329935" y="10605293"/>
                </a:lnTo>
                <a:lnTo>
                  <a:pt x="0" y="10605293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-95608" r="-94070" t="-27986"/>
            </a:stretch>
          </a:blipFill>
          <a:ln>
            <a:noFill/>
          </a:ln>
        </p:spPr>
      </p:sp>
      <p:sp>
        <p:nvSpPr>
          <p:cNvPr id="185" name="Google Shape;185;p6"/>
          <p:cNvSpPr txBox="1"/>
          <p:nvPr/>
        </p:nvSpPr>
        <p:spPr>
          <a:xfrm>
            <a:off x="710292" y="3200400"/>
            <a:ext cx="8929500" cy="6882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-371475" lvl="1" marL="755651" marR="0" rtl="0"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400"/>
              <a:buFont typeface="Arial"/>
              <a:buChar char="•"/>
            </a:pPr>
            <a:r>
              <a:rPr b="1" i="0" lang="en-US" sz="3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Hiển thị menu lựa chọn để điều hướng, chạy chức năng</a:t>
            </a:r>
            <a:endParaRPr sz="1300"/>
          </a:p>
          <a:p>
            <a:pPr indent="-371475" lvl="1" marL="755651" marR="0" rtl="0"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400"/>
              <a:buFont typeface="Arial"/>
              <a:buChar char="•"/>
            </a:pPr>
            <a:r>
              <a:rPr b="1" i="0" lang="en-US" sz="3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Cách hoạt động</a:t>
            </a:r>
            <a:endParaRPr sz="1300"/>
          </a:p>
          <a:p>
            <a:pPr indent="-497416" lvl="2" marL="1511301" marR="0" rtl="0"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400"/>
              <a:buFont typeface="Arial"/>
              <a:buChar char="⚬"/>
            </a:pPr>
            <a:r>
              <a:rPr b="1" i="0" lang="en-US" sz="3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Đọc hành vi của người chơi qua hàm EventController() để  thực hiện các thao tác di chuyển, lựa chọn</a:t>
            </a:r>
            <a:endParaRPr sz="1300"/>
          </a:p>
          <a:p>
            <a:pPr indent="-497416" lvl="2" marL="1511301" marR="0" rtl="0"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400"/>
              <a:buFont typeface="Arial"/>
              <a:buChar char="⚬"/>
            </a:pPr>
            <a:r>
              <a:rPr b="1" i="0" lang="en-US" sz="3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Hàm selectOption() thực hiện điều hướng, chạy chức năng dựa trên lựa chọn của người chơi</a:t>
            </a:r>
            <a:endParaRPr sz="1300"/>
          </a:p>
          <a:p>
            <a:pPr indent="0" lvl="0" marL="0" marR="0" rtl="0"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i="0" sz="3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6" name="Google Shape;186;p6"/>
          <p:cNvSpPr txBox="1"/>
          <p:nvPr/>
        </p:nvSpPr>
        <p:spPr>
          <a:xfrm>
            <a:off x="1780469" y="686840"/>
            <a:ext cx="6911552" cy="13049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2002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7501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MENU</a:t>
            </a:r>
            <a:endParaRPr/>
          </a:p>
        </p:txBody>
      </p:sp>
      <p:sp>
        <p:nvSpPr>
          <p:cNvPr id="187" name="Google Shape;187;p6"/>
          <p:cNvSpPr txBox="1"/>
          <p:nvPr/>
        </p:nvSpPr>
        <p:spPr>
          <a:xfrm>
            <a:off x="17259300" y="9210675"/>
            <a:ext cx="152400" cy="2000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000" u="none" cap="none" strike="noStrike">
                <a:solidFill>
                  <a:srgbClr val="000000"/>
                </a:solidFill>
                <a:latin typeface="Noto Sans"/>
                <a:ea typeface="Noto Sans"/>
                <a:cs typeface="Noto Sans"/>
                <a:sym typeface="Noto Sans"/>
              </a:rPr>
              <a:t>6</a:t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1" name="Shape 1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A diagram of a flowchart&#10;&#10;AI-generated content may be incorrect." id="192" name="Google Shape;192;p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143" y="643"/>
            <a:ext cx="18285714" cy="10285714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93" name="Google Shape;193;p7"/>
          <p:cNvGrpSpPr/>
          <p:nvPr/>
        </p:nvGrpSpPr>
        <p:grpSpPr>
          <a:xfrm>
            <a:off x="5433593" y="230594"/>
            <a:ext cx="5944154" cy="1166608"/>
            <a:chOff x="0" y="0"/>
            <a:chExt cx="3502180" cy="687343"/>
          </a:xfrm>
        </p:grpSpPr>
        <p:sp>
          <p:nvSpPr>
            <p:cNvPr id="194" name="Google Shape;194;p7"/>
            <p:cNvSpPr/>
            <p:nvPr/>
          </p:nvSpPr>
          <p:spPr>
            <a:xfrm>
              <a:off x="80010" y="80010"/>
              <a:ext cx="3409470" cy="594633"/>
            </a:xfrm>
            <a:custGeom>
              <a:rect b="b" l="l" r="r" t="t"/>
              <a:pathLst>
                <a:path extrusionOk="0" h="594633" w="3409470">
                  <a:moveTo>
                    <a:pt x="0" y="540023"/>
                  </a:moveTo>
                  <a:lnTo>
                    <a:pt x="0" y="594633"/>
                  </a:lnTo>
                  <a:lnTo>
                    <a:pt x="3409470" y="594633"/>
                  </a:lnTo>
                  <a:lnTo>
                    <a:pt x="3409470" y="0"/>
                  </a:lnTo>
                  <a:lnTo>
                    <a:pt x="3354860" y="0"/>
                  </a:lnTo>
                  <a:lnTo>
                    <a:pt x="3354860" y="540023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</p:sp>
        <p:sp>
          <p:nvSpPr>
            <p:cNvPr id="195" name="Google Shape;195;p7"/>
            <p:cNvSpPr/>
            <p:nvPr/>
          </p:nvSpPr>
          <p:spPr>
            <a:xfrm>
              <a:off x="67310" y="67310"/>
              <a:ext cx="3434870" cy="620033"/>
            </a:xfrm>
            <a:custGeom>
              <a:rect b="b" l="l" r="r" t="t"/>
              <a:pathLst>
                <a:path extrusionOk="0" h="620033" w="3434870">
                  <a:moveTo>
                    <a:pt x="3367560" y="0"/>
                  </a:moveTo>
                  <a:lnTo>
                    <a:pt x="3367560" y="12700"/>
                  </a:lnTo>
                  <a:lnTo>
                    <a:pt x="3422170" y="12700"/>
                  </a:lnTo>
                  <a:lnTo>
                    <a:pt x="3422170" y="607333"/>
                  </a:lnTo>
                  <a:lnTo>
                    <a:pt x="12700" y="607333"/>
                  </a:lnTo>
                  <a:lnTo>
                    <a:pt x="12700" y="552723"/>
                  </a:lnTo>
                  <a:lnTo>
                    <a:pt x="0" y="552723"/>
                  </a:lnTo>
                  <a:lnTo>
                    <a:pt x="0" y="620033"/>
                  </a:lnTo>
                  <a:lnTo>
                    <a:pt x="3434870" y="620033"/>
                  </a:lnTo>
                  <a:lnTo>
                    <a:pt x="3434870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</p:sp>
        <p:sp>
          <p:nvSpPr>
            <p:cNvPr id="196" name="Google Shape;196;p7"/>
            <p:cNvSpPr/>
            <p:nvPr/>
          </p:nvSpPr>
          <p:spPr>
            <a:xfrm>
              <a:off x="12700" y="12700"/>
              <a:ext cx="3409470" cy="594633"/>
            </a:xfrm>
            <a:custGeom>
              <a:rect b="b" l="l" r="r" t="t"/>
              <a:pathLst>
                <a:path extrusionOk="0" h="594633" w="3409470">
                  <a:moveTo>
                    <a:pt x="0" y="0"/>
                  </a:moveTo>
                  <a:lnTo>
                    <a:pt x="3409470" y="0"/>
                  </a:lnTo>
                  <a:lnTo>
                    <a:pt x="3409470" y="594633"/>
                  </a:lnTo>
                  <a:lnTo>
                    <a:pt x="0" y="594633"/>
                  </a:lnTo>
                  <a:close/>
                </a:path>
              </a:pathLst>
            </a:custGeom>
            <a:solidFill>
              <a:srgbClr val="FF93D8"/>
            </a:solidFill>
            <a:ln>
              <a:noFill/>
            </a:ln>
          </p:spPr>
        </p:sp>
        <p:sp>
          <p:nvSpPr>
            <p:cNvPr id="197" name="Google Shape;197;p7"/>
            <p:cNvSpPr/>
            <p:nvPr/>
          </p:nvSpPr>
          <p:spPr>
            <a:xfrm>
              <a:off x="0" y="0"/>
              <a:ext cx="3434870" cy="620033"/>
            </a:xfrm>
            <a:custGeom>
              <a:rect b="b" l="l" r="r" t="t"/>
              <a:pathLst>
                <a:path extrusionOk="0" h="620033" w="3434870">
                  <a:moveTo>
                    <a:pt x="80010" y="620033"/>
                  </a:moveTo>
                  <a:lnTo>
                    <a:pt x="3434870" y="620033"/>
                  </a:lnTo>
                  <a:lnTo>
                    <a:pt x="3434870" y="80010"/>
                  </a:lnTo>
                  <a:lnTo>
                    <a:pt x="3434870" y="67310"/>
                  </a:lnTo>
                  <a:lnTo>
                    <a:pt x="3434870" y="0"/>
                  </a:lnTo>
                  <a:lnTo>
                    <a:pt x="0" y="0"/>
                  </a:lnTo>
                  <a:lnTo>
                    <a:pt x="0" y="620033"/>
                  </a:lnTo>
                  <a:lnTo>
                    <a:pt x="67310" y="620033"/>
                  </a:lnTo>
                  <a:lnTo>
                    <a:pt x="80010" y="620033"/>
                  </a:lnTo>
                  <a:close/>
                  <a:moveTo>
                    <a:pt x="12700" y="12700"/>
                  </a:moveTo>
                  <a:lnTo>
                    <a:pt x="3422170" y="12700"/>
                  </a:lnTo>
                  <a:lnTo>
                    <a:pt x="3422170" y="607333"/>
                  </a:lnTo>
                  <a:lnTo>
                    <a:pt x="12700" y="607333"/>
                  </a:lnTo>
                  <a:lnTo>
                    <a:pt x="12700" y="1270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</p:sp>
      </p:grpSp>
      <p:sp>
        <p:nvSpPr>
          <p:cNvPr id="198" name="Google Shape;198;p7"/>
          <p:cNvSpPr txBox="1"/>
          <p:nvPr/>
        </p:nvSpPr>
        <p:spPr>
          <a:xfrm>
            <a:off x="16920588" y="9438490"/>
            <a:ext cx="143482" cy="3360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975" u="none" cap="none" strike="noStrike">
                <a:solidFill>
                  <a:srgbClr val="000000"/>
                </a:solidFill>
                <a:latin typeface="Noto Sans"/>
                <a:ea typeface="Noto Sans"/>
                <a:cs typeface="Noto Sans"/>
                <a:sym typeface="Noto Sans"/>
              </a:rPr>
              <a:t>7</a:t>
            </a:r>
            <a:endParaRPr/>
          </a:p>
        </p:txBody>
      </p:sp>
      <p:sp>
        <p:nvSpPr>
          <p:cNvPr id="199" name="Google Shape;199;p7"/>
          <p:cNvSpPr txBox="1"/>
          <p:nvPr/>
        </p:nvSpPr>
        <p:spPr>
          <a:xfrm>
            <a:off x="4744373" y="194015"/>
            <a:ext cx="7208349" cy="135400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7825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MENU</a:t>
            </a: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3" name="Shape 2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A diagram of a flowchart&#10;&#10;AI-generated content may be incorrect." id="204" name="Google Shape;204;p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286" y="643"/>
            <a:ext cx="18285714" cy="10285714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05" name="Google Shape;205;p8"/>
          <p:cNvGrpSpPr/>
          <p:nvPr/>
        </p:nvGrpSpPr>
        <p:grpSpPr>
          <a:xfrm>
            <a:off x="3746202" y="303360"/>
            <a:ext cx="10572583" cy="1223035"/>
            <a:chOff x="0" y="0"/>
            <a:chExt cx="8652904" cy="1000967"/>
          </a:xfrm>
        </p:grpSpPr>
        <p:sp>
          <p:nvSpPr>
            <p:cNvPr id="206" name="Google Shape;206;p8"/>
            <p:cNvSpPr/>
            <p:nvPr/>
          </p:nvSpPr>
          <p:spPr>
            <a:xfrm>
              <a:off x="80010" y="80010"/>
              <a:ext cx="8560194" cy="908257"/>
            </a:xfrm>
            <a:custGeom>
              <a:rect b="b" l="l" r="r" t="t"/>
              <a:pathLst>
                <a:path extrusionOk="0" h="908257" w="8560194">
                  <a:moveTo>
                    <a:pt x="0" y="853647"/>
                  </a:moveTo>
                  <a:lnTo>
                    <a:pt x="0" y="908257"/>
                  </a:lnTo>
                  <a:lnTo>
                    <a:pt x="8560194" y="908257"/>
                  </a:lnTo>
                  <a:lnTo>
                    <a:pt x="8560194" y="0"/>
                  </a:lnTo>
                  <a:lnTo>
                    <a:pt x="8505585" y="0"/>
                  </a:lnTo>
                  <a:lnTo>
                    <a:pt x="8505585" y="853647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</p:sp>
        <p:sp>
          <p:nvSpPr>
            <p:cNvPr id="207" name="Google Shape;207;p8"/>
            <p:cNvSpPr/>
            <p:nvPr/>
          </p:nvSpPr>
          <p:spPr>
            <a:xfrm>
              <a:off x="67310" y="67310"/>
              <a:ext cx="8585594" cy="933657"/>
            </a:xfrm>
            <a:custGeom>
              <a:rect b="b" l="l" r="r" t="t"/>
              <a:pathLst>
                <a:path extrusionOk="0" h="933657" w="8585594">
                  <a:moveTo>
                    <a:pt x="8518285" y="0"/>
                  </a:moveTo>
                  <a:lnTo>
                    <a:pt x="8518285" y="12700"/>
                  </a:lnTo>
                  <a:lnTo>
                    <a:pt x="8572894" y="12700"/>
                  </a:lnTo>
                  <a:lnTo>
                    <a:pt x="8572894" y="920957"/>
                  </a:lnTo>
                  <a:lnTo>
                    <a:pt x="12700" y="920957"/>
                  </a:lnTo>
                  <a:lnTo>
                    <a:pt x="12700" y="866347"/>
                  </a:lnTo>
                  <a:lnTo>
                    <a:pt x="0" y="866347"/>
                  </a:lnTo>
                  <a:lnTo>
                    <a:pt x="0" y="933657"/>
                  </a:lnTo>
                  <a:lnTo>
                    <a:pt x="8585594" y="933657"/>
                  </a:lnTo>
                  <a:lnTo>
                    <a:pt x="8585594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</p:sp>
        <p:sp>
          <p:nvSpPr>
            <p:cNvPr id="208" name="Google Shape;208;p8"/>
            <p:cNvSpPr/>
            <p:nvPr/>
          </p:nvSpPr>
          <p:spPr>
            <a:xfrm>
              <a:off x="12700" y="12700"/>
              <a:ext cx="8560195" cy="908257"/>
            </a:xfrm>
            <a:custGeom>
              <a:rect b="b" l="l" r="r" t="t"/>
              <a:pathLst>
                <a:path extrusionOk="0" h="908257" w="8560195">
                  <a:moveTo>
                    <a:pt x="0" y="0"/>
                  </a:moveTo>
                  <a:lnTo>
                    <a:pt x="8560195" y="0"/>
                  </a:lnTo>
                  <a:lnTo>
                    <a:pt x="8560195" y="908257"/>
                  </a:lnTo>
                  <a:lnTo>
                    <a:pt x="0" y="908257"/>
                  </a:lnTo>
                  <a:close/>
                </a:path>
              </a:pathLst>
            </a:custGeom>
            <a:solidFill>
              <a:srgbClr val="FF93D8"/>
            </a:solidFill>
            <a:ln>
              <a:noFill/>
            </a:ln>
          </p:spPr>
        </p:sp>
        <p:sp>
          <p:nvSpPr>
            <p:cNvPr id="209" name="Google Shape;209;p8"/>
            <p:cNvSpPr/>
            <p:nvPr/>
          </p:nvSpPr>
          <p:spPr>
            <a:xfrm>
              <a:off x="0" y="0"/>
              <a:ext cx="8585595" cy="933657"/>
            </a:xfrm>
            <a:custGeom>
              <a:rect b="b" l="l" r="r" t="t"/>
              <a:pathLst>
                <a:path extrusionOk="0" h="933657" w="8585595">
                  <a:moveTo>
                    <a:pt x="80010" y="933657"/>
                  </a:moveTo>
                  <a:lnTo>
                    <a:pt x="8585595" y="933657"/>
                  </a:lnTo>
                  <a:lnTo>
                    <a:pt x="8585595" y="80010"/>
                  </a:lnTo>
                  <a:lnTo>
                    <a:pt x="8585595" y="67310"/>
                  </a:lnTo>
                  <a:lnTo>
                    <a:pt x="8585595" y="0"/>
                  </a:lnTo>
                  <a:lnTo>
                    <a:pt x="0" y="0"/>
                  </a:lnTo>
                  <a:lnTo>
                    <a:pt x="0" y="933657"/>
                  </a:lnTo>
                  <a:lnTo>
                    <a:pt x="67310" y="933657"/>
                  </a:lnTo>
                  <a:lnTo>
                    <a:pt x="80010" y="933657"/>
                  </a:lnTo>
                  <a:close/>
                  <a:moveTo>
                    <a:pt x="12700" y="12700"/>
                  </a:moveTo>
                  <a:lnTo>
                    <a:pt x="8572895" y="12700"/>
                  </a:lnTo>
                  <a:lnTo>
                    <a:pt x="8572895" y="920957"/>
                  </a:lnTo>
                  <a:lnTo>
                    <a:pt x="12700" y="920957"/>
                  </a:lnTo>
                  <a:lnTo>
                    <a:pt x="12700" y="1270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</p:sp>
      </p:grpSp>
      <p:sp>
        <p:nvSpPr>
          <p:cNvPr id="210" name="Google Shape;210;p8"/>
          <p:cNvSpPr txBox="1"/>
          <p:nvPr/>
        </p:nvSpPr>
        <p:spPr>
          <a:xfrm>
            <a:off x="4680432" y="241941"/>
            <a:ext cx="8621880" cy="135400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7825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MAINSCREEN MENU</a:t>
            </a:r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4" name="Shape 2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15" name="Google Shape;215;p9"/>
          <p:cNvGrpSpPr/>
          <p:nvPr/>
        </p:nvGrpSpPr>
        <p:grpSpPr>
          <a:xfrm>
            <a:off x="510059" y="2667070"/>
            <a:ext cx="9798852" cy="6989468"/>
            <a:chOff x="0" y="0"/>
            <a:chExt cx="23835647" cy="17001838"/>
          </a:xfrm>
        </p:grpSpPr>
        <p:sp>
          <p:nvSpPr>
            <p:cNvPr id="216" name="Google Shape;216;p9"/>
            <p:cNvSpPr/>
            <p:nvPr/>
          </p:nvSpPr>
          <p:spPr>
            <a:xfrm>
              <a:off x="72390" y="72390"/>
              <a:ext cx="23690866" cy="16857057"/>
            </a:xfrm>
            <a:custGeom>
              <a:rect b="b" l="l" r="r" t="t"/>
              <a:pathLst>
                <a:path extrusionOk="0" h="16857057" w="23690866">
                  <a:moveTo>
                    <a:pt x="0" y="0"/>
                  </a:moveTo>
                  <a:lnTo>
                    <a:pt x="23690866" y="0"/>
                  </a:lnTo>
                  <a:lnTo>
                    <a:pt x="23690866" y="16857057"/>
                  </a:lnTo>
                  <a:lnTo>
                    <a:pt x="0" y="1685705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</p:sp>
        <p:sp>
          <p:nvSpPr>
            <p:cNvPr id="217" name="Google Shape;217;p9"/>
            <p:cNvSpPr/>
            <p:nvPr/>
          </p:nvSpPr>
          <p:spPr>
            <a:xfrm>
              <a:off x="0" y="0"/>
              <a:ext cx="23835647" cy="17001838"/>
            </a:xfrm>
            <a:custGeom>
              <a:rect b="b" l="l" r="r" t="t"/>
              <a:pathLst>
                <a:path extrusionOk="0" h="17001838" w="23835647">
                  <a:moveTo>
                    <a:pt x="23690867" y="16857058"/>
                  </a:moveTo>
                  <a:lnTo>
                    <a:pt x="23835647" y="16857058"/>
                  </a:lnTo>
                  <a:lnTo>
                    <a:pt x="23835647" y="17001838"/>
                  </a:lnTo>
                  <a:lnTo>
                    <a:pt x="23690867" y="17001838"/>
                  </a:lnTo>
                  <a:lnTo>
                    <a:pt x="23690867" y="16857058"/>
                  </a:lnTo>
                  <a:close/>
                  <a:moveTo>
                    <a:pt x="0" y="144780"/>
                  </a:moveTo>
                  <a:lnTo>
                    <a:pt x="144780" y="144780"/>
                  </a:lnTo>
                  <a:lnTo>
                    <a:pt x="144780" y="16857058"/>
                  </a:lnTo>
                  <a:lnTo>
                    <a:pt x="0" y="16857058"/>
                  </a:lnTo>
                  <a:lnTo>
                    <a:pt x="0" y="144780"/>
                  </a:lnTo>
                  <a:close/>
                  <a:moveTo>
                    <a:pt x="0" y="16857058"/>
                  </a:moveTo>
                  <a:lnTo>
                    <a:pt x="144780" y="16857058"/>
                  </a:lnTo>
                  <a:lnTo>
                    <a:pt x="144780" y="17001838"/>
                  </a:lnTo>
                  <a:lnTo>
                    <a:pt x="0" y="17001838"/>
                  </a:lnTo>
                  <a:lnTo>
                    <a:pt x="0" y="16857058"/>
                  </a:lnTo>
                  <a:close/>
                  <a:moveTo>
                    <a:pt x="23690867" y="144780"/>
                  </a:moveTo>
                  <a:lnTo>
                    <a:pt x="23835647" y="144780"/>
                  </a:lnTo>
                  <a:lnTo>
                    <a:pt x="23835647" y="16857058"/>
                  </a:lnTo>
                  <a:lnTo>
                    <a:pt x="23690867" y="16857058"/>
                  </a:lnTo>
                  <a:lnTo>
                    <a:pt x="23690867" y="144780"/>
                  </a:lnTo>
                  <a:close/>
                  <a:moveTo>
                    <a:pt x="144780" y="16857058"/>
                  </a:moveTo>
                  <a:lnTo>
                    <a:pt x="23690867" y="16857058"/>
                  </a:lnTo>
                  <a:lnTo>
                    <a:pt x="23690867" y="17001838"/>
                  </a:lnTo>
                  <a:lnTo>
                    <a:pt x="144780" y="17001838"/>
                  </a:lnTo>
                  <a:lnTo>
                    <a:pt x="144780" y="16857058"/>
                  </a:lnTo>
                  <a:close/>
                  <a:moveTo>
                    <a:pt x="23690867" y="0"/>
                  </a:moveTo>
                  <a:lnTo>
                    <a:pt x="23835647" y="0"/>
                  </a:lnTo>
                  <a:lnTo>
                    <a:pt x="23835647" y="144780"/>
                  </a:lnTo>
                  <a:lnTo>
                    <a:pt x="23690867" y="144780"/>
                  </a:lnTo>
                  <a:lnTo>
                    <a:pt x="23690867" y="0"/>
                  </a:lnTo>
                  <a:close/>
                  <a:moveTo>
                    <a:pt x="0" y="0"/>
                  </a:moveTo>
                  <a:lnTo>
                    <a:pt x="144780" y="0"/>
                  </a:lnTo>
                  <a:lnTo>
                    <a:pt x="144780" y="144780"/>
                  </a:lnTo>
                  <a:lnTo>
                    <a:pt x="0" y="144780"/>
                  </a:lnTo>
                  <a:lnTo>
                    <a:pt x="0" y="0"/>
                  </a:lnTo>
                  <a:close/>
                  <a:moveTo>
                    <a:pt x="144780" y="0"/>
                  </a:moveTo>
                  <a:lnTo>
                    <a:pt x="23690867" y="0"/>
                  </a:lnTo>
                  <a:lnTo>
                    <a:pt x="23690867" y="144780"/>
                  </a:lnTo>
                  <a:lnTo>
                    <a:pt x="144780" y="144780"/>
                  </a:lnTo>
                  <a:lnTo>
                    <a:pt x="144780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</p:sp>
      </p:grpSp>
      <p:grpSp>
        <p:nvGrpSpPr>
          <p:cNvPr id="218" name="Google Shape;218;p9"/>
          <p:cNvGrpSpPr/>
          <p:nvPr/>
        </p:nvGrpSpPr>
        <p:grpSpPr>
          <a:xfrm>
            <a:off x="1203103" y="487825"/>
            <a:ext cx="8180528" cy="1698913"/>
            <a:chOff x="0" y="0"/>
            <a:chExt cx="4819808" cy="1000967"/>
          </a:xfrm>
        </p:grpSpPr>
        <p:sp>
          <p:nvSpPr>
            <p:cNvPr id="219" name="Google Shape;219;p9"/>
            <p:cNvSpPr/>
            <p:nvPr/>
          </p:nvSpPr>
          <p:spPr>
            <a:xfrm>
              <a:off x="80010" y="80010"/>
              <a:ext cx="4727098" cy="908257"/>
            </a:xfrm>
            <a:custGeom>
              <a:rect b="b" l="l" r="r" t="t"/>
              <a:pathLst>
                <a:path extrusionOk="0" h="908257" w="4727098">
                  <a:moveTo>
                    <a:pt x="0" y="853647"/>
                  </a:moveTo>
                  <a:lnTo>
                    <a:pt x="0" y="908257"/>
                  </a:lnTo>
                  <a:lnTo>
                    <a:pt x="4727098" y="908257"/>
                  </a:lnTo>
                  <a:lnTo>
                    <a:pt x="4727098" y="0"/>
                  </a:lnTo>
                  <a:lnTo>
                    <a:pt x="4672488" y="0"/>
                  </a:lnTo>
                  <a:lnTo>
                    <a:pt x="4672488" y="853647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</p:sp>
        <p:sp>
          <p:nvSpPr>
            <p:cNvPr id="220" name="Google Shape;220;p9"/>
            <p:cNvSpPr/>
            <p:nvPr/>
          </p:nvSpPr>
          <p:spPr>
            <a:xfrm>
              <a:off x="67310" y="67310"/>
              <a:ext cx="4752498" cy="933657"/>
            </a:xfrm>
            <a:custGeom>
              <a:rect b="b" l="l" r="r" t="t"/>
              <a:pathLst>
                <a:path extrusionOk="0" h="933657" w="4752498">
                  <a:moveTo>
                    <a:pt x="4685188" y="0"/>
                  </a:moveTo>
                  <a:lnTo>
                    <a:pt x="4685188" y="12700"/>
                  </a:lnTo>
                  <a:lnTo>
                    <a:pt x="4739798" y="12700"/>
                  </a:lnTo>
                  <a:lnTo>
                    <a:pt x="4739798" y="920957"/>
                  </a:lnTo>
                  <a:lnTo>
                    <a:pt x="12700" y="920957"/>
                  </a:lnTo>
                  <a:lnTo>
                    <a:pt x="12700" y="866347"/>
                  </a:lnTo>
                  <a:lnTo>
                    <a:pt x="0" y="866347"/>
                  </a:lnTo>
                  <a:lnTo>
                    <a:pt x="0" y="933657"/>
                  </a:lnTo>
                  <a:lnTo>
                    <a:pt x="4752498" y="933657"/>
                  </a:lnTo>
                  <a:lnTo>
                    <a:pt x="4752498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</p:sp>
        <p:sp>
          <p:nvSpPr>
            <p:cNvPr id="221" name="Google Shape;221;p9"/>
            <p:cNvSpPr/>
            <p:nvPr/>
          </p:nvSpPr>
          <p:spPr>
            <a:xfrm>
              <a:off x="12700" y="12700"/>
              <a:ext cx="4727098" cy="908257"/>
            </a:xfrm>
            <a:custGeom>
              <a:rect b="b" l="l" r="r" t="t"/>
              <a:pathLst>
                <a:path extrusionOk="0" h="908257" w="4727098">
                  <a:moveTo>
                    <a:pt x="0" y="0"/>
                  </a:moveTo>
                  <a:lnTo>
                    <a:pt x="4727098" y="0"/>
                  </a:lnTo>
                  <a:lnTo>
                    <a:pt x="4727098" y="908257"/>
                  </a:lnTo>
                  <a:lnTo>
                    <a:pt x="0" y="908257"/>
                  </a:lnTo>
                  <a:close/>
                </a:path>
              </a:pathLst>
            </a:custGeom>
            <a:solidFill>
              <a:srgbClr val="FF93D8"/>
            </a:solidFill>
            <a:ln>
              <a:noFill/>
            </a:ln>
          </p:spPr>
        </p:sp>
        <p:sp>
          <p:nvSpPr>
            <p:cNvPr id="222" name="Google Shape;222;p9"/>
            <p:cNvSpPr/>
            <p:nvPr/>
          </p:nvSpPr>
          <p:spPr>
            <a:xfrm>
              <a:off x="0" y="0"/>
              <a:ext cx="4752498" cy="933657"/>
            </a:xfrm>
            <a:custGeom>
              <a:rect b="b" l="l" r="r" t="t"/>
              <a:pathLst>
                <a:path extrusionOk="0" h="933657" w="4752498">
                  <a:moveTo>
                    <a:pt x="80010" y="933657"/>
                  </a:moveTo>
                  <a:lnTo>
                    <a:pt x="4752498" y="933657"/>
                  </a:lnTo>
                  <a:lnTo>
                    <a:pt x="4752498" y="80010"/>
                  </a:lnTo>
                  <a:lnTo>
                    <a:pt x="4752498" y="67310"/>
                  </a:lnTo>
                  <a:lnTo>
                    <a:pt x="4752498" y="0"/>
                  </a:lnTo>
                  <a:lnTo>
                    <a:pt x="0" y="0"/>
                  </a:lnTo>
                  <a:lnTo>
                    <a:pt x="0" y="933657"/>
                  </a:lnTo>
                  <a:lnTo>
                    <a:pt x="67310" y="933657"/>
                  </a:lnTo>
                  <a:lnTo>
                    <a:pt x="80010" y="933657"/>
                  </a:lnTo>
                  <a:close/>
                  <a:moveTo>
                    <a:pt x="12700" y="12700"/>
                  </a:moveTo>
                  <a:lnTo>
                    <a:pt x="4739798" y="12700"/>
                  </a:lnTo>
                  <a:lnTo>
                    <a:pt x="4739798" y="920957"/>
                  </a:lnTo>
                  <a:lnTo>
                    <a:pt x="12700" y="920957"/>
                  </a:lnTo>
                  <a:lnTo>
                    <a:pt x="12700" y="1270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</p:sp>
      </p:grpSp>
      <p:sp>
        <p:nvSpPr>
          <p:cNvPr id="223" name="Google Shape;223;p9"/>
          <p:cNvSpPr txBox="1"/>
          <p:nvPr/>
        </p:nvSpPr>
        <p:spPr>
          <a:xfrm>
            <a:off x="1780469" y="630462"/>
            <a:ext cx="6911552" cy="13049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2002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7501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DIALOGMENU</a:t>
            </a:r>
            <a:endParaRPr/>
          </a:p>
        </p:txBody>
      </p:sp>
      <p:sp>
        <p:nvSpPr>
          <p:cNvPr id="224" name="Google Shape;224;p9"/>
          <p:cNvSpPr txBox="1"/>
          <p:nvPr/>
        </p:nvSpPr>
        <p:spPr>
          <a:xfrm>
            <a:off x="17259300" y="9210675"/>
            <a:ext cx="152400" cy="2000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000" u="none" cap="none" strike="noStrike">
                <a:solidFill>
                  <a:srgbClr val="000000"/>
                </a:solidFill>
                <a:latin typeface="Noto Sans"/>
                <a:ea typeface="Noto Sans"/>
                <a:cs typeface="Noto Sans"/>
                <a:sym typeface="Noto Sans"/>
              </a:rPr>
              <a:t>9</a:t>
            </a:r>
            <a:endParaRPr/>
          </a:p>
        </p:txBody>
      </p:sp>
      <p:sp>
        <p:nvSpPr>
          <p:cNvPr id="225" name="Google Shape;225;p9"/>
          <p:cNvSpPr/>
          <p:nvPr/>
        </p:nvSpPr>
        <p:spPr>
          <a:xfrm>
            <a:off x="11780983" y="487825"/>
            <a:ext cx="4598738" cy="4386577"/>
          </a:xfrm>
          <a:custGeom>
            <a:rect b="b" l="l" r="r" t="t"/>
            <a:pathLst>
              <a:path extrusionOk="0" h="4386577" w="4598738">
                <a:moveTo>
                  <a:pt x="0" y="0"/>
                </a:moveTo>
                <a:lnTo>
                  <a:pt x="4598739" y="0"/>
                </a:lnTo>
                <a:lnTo>
                  <a:pt x="4598739" y="4386578"/>
                </a:lnTo>
                <a:lnTo>
                  <a:pt x="0" y="4386578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-5643" l="-4539" r="-4538" t="-2851"/>
            </a:stretch>
          </a:blipFill>
          <a:ln>
            <a:noFill/>
          </a:ln>
        </p:spPr>
      </p:sp>
      <p:sp>
        <p:nvSpPr>
          <p:cNvPr id="226" name="Google Shape;226;p9"/>
          <p:cNvSpPr/>
          <p:nvPr/>
        </p:nvSpPr>
        <p:spPr>
          <a:xfrm>
            <a:off x="10580944" y="5143500"/>
            <a:ext cx="6998816" cy="4632726"/>
          </a:xfrm>
          <a:custGeom>
            <a:rect b="b" l="l" r="r" t="t"/>
            <a:pathLst>
              <a:path extrusionOk="0" h="4632726" w="6998816">
                <a:moveTo>
                  <a:pt x="0" y="0"/>
                </a:moveTo>
                <a:lnTo>
                  <a:pt x="6998817" y="0"/>
                </a:lnTo>
                <a:lnTo>
                  <a:pt x="6998817" y="4632726"/>
                </a:lnTo>
                <a:lnTo>
                  <a:pt x="0" y="4632726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-1368" l="-14191" r="-13536" t="-7174"/>
            </a:stretch>
          </a:blipFill>
          <a:ln>
            <a:noFill/>
          </a:ln>
        </p:spPr>
      </p:sp>
      <p:sp>
        <p:nvSpPr>
          <p:cNvPr id="227" name="Google Shape;227;p9"/>
          <p:cNvSpPr txBox="1"/>
          <p:nvPr/>
        </p:nvSpPr>
        <p:spPr>
          <a:xfrm>
            <a:off x="1139995" y="2999504"/>
            <a:ext cx="8337638" cy="62198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-323852" lvl="1" marL="647703" marR="0" rtl="0"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Char char="•"/>
            </a:pPr>
            <a:r>
              <a:rPr b="1" i="0" lang="en-US" sz="30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Hiển thị một khung menu</a:t>
            </a:r>
            <a:endParaRPr/>
          </a:p>
          <a:p>
            <a:pPr indent="-323852" lvl="1" marL="647703" marR="0" rtl="0"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Char char="•"/>
            </a:pPr>
            <a:r>
              <a:rPr b="1" i="0" lang="en-US" sz="30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Cách hoạt động</a:t>
            </a:r>
            <a:endParaRPr/>
          </a:p>
          <a:p>
            <a:pPr indent="-431802" lvl="2" marL="1295406" marR="0" rtl="0"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Char char="⚬"/>
            </a:pPr>
            <a:r>
              <a:rPr b="1" i="0" lang="en-US" sz="30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Hiển thị hộp thoại tương tác trên màn hình game.</a:t>
            </a:r>
            <a:endParaRPr/>
          </a:p>
          <a:p>
            <a:pPr indent="-431802" lvl="2" marL="1295406" marR="0" rtl="0"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Char char="⚬"/>
            </a:pPr>
            <a:r>
              <a:rPr b="1" i="0" lang="en-US" sz="30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Cho phép người chơi nhập dữ liệu và chọn hành động.</a:t>
            </a:r>
            <a:endParaRPr/>
          </a:p>
          <a:p>
            <a:pPr indent="-431802" lvl="2" marL="1295406" marR="0" rtl="0"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Char char="⚬"/>
            </a:pPr>
            <a:r>
              <a:rPr b="1" i="0" lang="en-US" sz="30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Cung cấp phản hồi trực quan (hover, highlight) theo lựa chọn.</a:t>
            </a:r>
            <a:endParaRPr/>
          </a:p>
          <a:p>
            <a:pPr indent="-431802" lvl="2" marL="1295406" marR="0" rtl="0"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Char char="⚬"/>
            </a:pPr>
            <a:r>
              <a:rPr b="1" i="0" lang="en-US" sz="30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Tạm thời làm gián đoạn gameplay khi ở dạng popup.</a:t>
            </a:r>
            <a:endParaRPr/>
          </a:p>
          <a:p>
            <a:pPr indent="-431802" lvl="2" marL="1295406" marR="0" rtl="0"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Char char="⚬"/>
            </a:pPr>
            <a:r>
              <a:rPr b="1" i="0" lang="en-US" sz="30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Quản lý trạng thái mở/đóng và kích hoạt của menu.</a:t>
            </a:r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1" name="Shape 2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32" name="Google Shape;232;p10"/>
          <p:cNvGrpSpPr/>
          <p:nvPr/>
        </p:nvGrpSpPr>
        <p:grpSpPr>
          <a:xfrm>
            <a:off x="529297" y="2946748"/>
            <a:ext cx="7037536" cy="6456350"/>
            <a:chOff x="0" y="0"/>
            <a:chExt cx="20986477" cy="19253333"/>
          </a:xfrm>
        </p:grpSpPr>
        <p:sp>
          <p:nvSpPr>
            <p:cNvPr id="233" name="Google Shape;233;p10"/>
            <p:cNvSpPr/>
            <p:nvPr/>
          </p:nvSpPr>
          <p:spPr>
            <a:xfrm>
              <a:off x="72390" y="72390"/>
              <a:ext cx="20841696" cy="19108554"/>
            </a:xfrm>
            <a:custGeom>
              <a:rect b="b" l="l" r="r" t="t"/>
              <a:pathLst>
                <a:path extrusionOk="0" h="19108554" w="20841696">
                  <a:moveTo>
                    <a:pt x="0" y="0"/>
                  </a:moveTo>
                  <a:lnTo>
                    <a:pt x="20841696" y="0"/>
                  </a:lnTo>
                  <a:lnTo>
                    <a:pt x="20841696" y="19108554"/>
                  </a:lnTo>
                  <a:lnTo>
                    <a:pt x="0" y="19108554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</p:sp>
        <p:sp>
          <p:nvSpPr>
            <p:cNvPr id="234" name="Google Shape;234;p10"/>
            <p:cNvSpPr/>
            <p:nvPr/>
          </p:nvSpPr>
          <p:spPr>
            <a:xfrm>
              <a:off x="0" y="0"/>
              <a:ext cx="20986477" cy="19253333"/>
            </a:xfrm>
            <a:custGeom>
              <a:rect b="b" l="l" r="r" t="t"/>
              <a:pathLst>
                <a:path extrusionOk="0" h="19253333" w="20986477">
                  <a:moveTo>
                    <a:pt x="20841697" y="19108553"/>
                  </a:moveTo>
                  <a:lnTo>
                    <a:pt x="20986477" y="19108553"/>
                  </a:lnTo>
                  <a:lnTo>
                    <a:pt x="20986477" y="19253333"/>
                  </a:lnTo>
                  <a:lnTo>
                    <a:pt x="20841697" y="19253333"/>
                  </a:lnTo>
                  <a:lnTo>
                    <a:pt x="20841697" y="19108553"/>
                  </a:lnTo>
                  <a:close/>
                  <a:moveTo>
                    <a:pt x="0" y="144780"/>
                  </a:moveTo>
                  <a:lnTo>
                    <a:pt x="144780" y="144780"/>
                  </a:lnTo>
                  <a:lnTo>
                    <a:pt x="144780" y="19108553"/>
                  </a:lnTo>
                  <a:lnTo>
                    <a:pt x="0" y="19108553"/>
                  </a:lnTo>
                  <a:lnTo>
                    <a:pt x="0" y="144780"/>
                  </a:lnTo>
                  <a:close/>
                  <a:moveTo>
                    <a:pt x="0" y="19108553"/>
                  </a:moveTo>
                  <a:lnTo>
                    <a:pt x="144780" y="19108553"/>
                  </a:lnTo>
                  <a:lnTo>
                    <a:pt x="144780" y="19253333"/>
                  </a:lnTo>
                  <a:lnTo>
                    <a:pt x="0" y="19253333"/>
                  </a:lnTo>
                  <a:lnTo>
                    <a:pt x="0" y="19108553"/>
                  </a:lnTo>
                  <a:close/>
                  <a:moveTo>
                    <a:pt x="20841697" y="144780"/>
                  </a:moveTo>
                  <a:lnTo>
                    <a:pt x="20986477" y="144780"/>
                  </a:lnTo>
                  <a:lnTo>
                    <a:pt x="20986477" y="19108553"/>
                  </a:lnTo>
                  <a:lnTo>
                    <a:pt x="20841697" y="19108553"/>
                  </a:lnTo>
                  <a:lnTo>
                    <a:pt x="20841697" y="144780"/>
                  </a:lnTo>
                  <a:close/>
                  <a:moveTo>
                    <a:pt x="144780" y="19108553"/>
                  </a:moveTo>
                  <a:lnTo>
                    <a:pt x="20841697" y="19108553"/>
                  </a:lnTo>
                  <a:lnTo>
                    <a:pt x="20841697" y="19253333"/>
                  </a:lnTo>
                  <a:lnTo>
                    <a:pt x="144780" y="19253333"/>
                  </a:lnTo>
                  <a:lnTo>
                    <a:pt x="144780" y="19108553"/>
                  </a:lnTo>
                  <a:close/>
                  <a:moveTo>
                    <a:pt x="20841697" y="0"/>
                  </a:moveTo>
                  <a:lnTo>
                    <a:pt x="20986477" y="0"/>
                  </a:lnTo>
                  <a:lnTo>
                    <a:pt x="20986477" y="144780"/>
                  </a:lnTo>
                  <a:lnTo>
                    <a:pt x="20841697" y="144780"/>
                  </a:lnTo>
                  <a:lnTo>
                    <a:pt x="20841697" y="0"/>
                  </a:lnTo>
                  <a:close/>
                  <a:moveTo>
                    <a:pt x="0" y="0"/>
                  </a:moveTo>
                  <a:lnTo>
                    <a:pt x="144780" y="0"/>
                  </a:lnTo>
                  <a:lnTo>
                    <a:pt x="144780" y="144780"/>
                  </a:lnTo>
                  <a:lnTo>
                    <a:pt x="0" y="144780"/>
                  </a:lnTo>
                  <a:lnTo>
                    <a:pt x="0" y="0"/>
                  </a:lnTo>
                  <a:close/>
                  <a:moveTo>
                    <a:pt x="144780" y="0"/>
                  </a:moveTo>
                  <a:lnTo>
                    <a:pt x="20841697" y="0"/>
                  </a:lnTo>
                  <a:lnTo>
                    <a:pt x="20841697" y="144780"/>
                  </a:lnTo>
                  <a:lnTo>
                    <a:pt x="144780" y="144780"/>
                  </a:lnTo>
                  <a:lnTo>
                    <a:pt x="144780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</p:sp>
      </p:grpSp>
      <p:grpSp>
        <p:nvGrpSpPr>
          <p:cNvPr id="235" name="Google Shape;235;p10"/>
          <p:cNvGrpSpPr/>
          <p:nvPr/>
        </p:nvGrpSpPr>
        <p:grpSpPr>
          <a:xfrm>
            <a:off x="860565" y="568674"/>
            <a:ext cx="6351016" cy="1698913"/>
            <a:chOff x="0" y="0"/>
            <a:chExt cx="3741895" cy="1000967"/>
          </a:xfrm>
        </p:grpSpPr>
        <p:sp>
          <p:nvSpPr>
            <p:cNvPr id="236" name="Google Shape;236;p10"/>
            <p:cNvSpPr/>
            <p:nvPr/>
          </p:nvSpPr>
          <p:spPr>
            <a:xfrm>
              <a:off x="80010" y="80010"/>
              <a:ext cx="3649185" cy="908257"/>
            </a:xfrm>
            <a:custGeom>
              <a:rect b="b" l="l" r="r" t="t"/>
              <a:pathLst>
                <a:path extrusionOk="0" h="908257" w="3649185">
                  <a:moveTo>
                    <a:pt x="0" y="853647"/>
                  </a:moveTo>
                  <a:lnTo>
                    <a:pt x="0" y="908257"/>
                  </a:lnTo>
                  <a:lnTo>
                    <a:pt x="3649185" y="908257"/>
                  </a:lnTo>
                  <a:lnTo>
                    <a:pt x="3649185" y="0"/>
                  </a:lnTo>
                  <a:lnTo>
                    <a:pt x="3594575" y="0"/>
                  </a:lnTo>
                  <a:lnTo>
                    <a:pt x="3594575" y="853647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</p:sp>
        <p:sp>
          <p:nvSpPr>
            <p:cNvPr id="237" name="Google Shape;237;p10"/>
            <p:cNvSpPr/>
            <p:nvPr/>
          </p:nvSpPr>
          <p:spPr>
            <a:xfrm>
              <a:off x="67310" y="67310"/>
              <a:ext cx="3674585" cy="933657"/>
            </a:xfrm>
            <a:custGeom>
              <a:rect b="b" l="l" r="r" t="t"/>
              <a:pathLst>
                <a:path extrusionOk="0" h="933657" w="3674585">
                  <a:moveTo>
                    <a:pt x="3607275" y="0"/>
                  </a:moveTo>
                  <a:lnTo>
                    <a:pt x="3607275" y="12700"/>
                  </a:lnTo>
                  <a:lnTo>
                    <a:pt x="3661885" y="12700"/>
                  </a:lnTo>
                  <a:lnTo>
                    <a:pt x="3661885" y="920957"/>
                  </a:lnTo>
                  <a:lnTo>
                    <a:pt x="12700" y="920957"/>
                  </a:lnTo>
                  <a:lnTo>
                    <a:pt x="12700" y="866347"/>
                  </a:lnTo>
                  <a:lnTo>
                    <a:pt x="0" y="866347"/>
                  </a:lnTo>
                  <a:lnTo>
                    <a:pt x="0" y="933657"/>
                  </a:lnTo>
                  <a:lnTo>
                    <a:pt x="3674585" y="933657"/>
                  </a:lnTo>
                  <a:lnTo>
                    <a:pt x="3674585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</p:sp>
        <p:sp>
          <p:nvSpPr>
            <p:cNvPr id="238" name="Google Shape;238;p10"/>
            <p:cNvSpPr/>
            <p:nvPr/>
          </p:nvSpPr>
          <p:spPr>
            <a:xfrm>
              <a:off x="12700" y="12700"/>
              <a:ext cx="3649185" cy="908257"/>
            </a:xfrm>
            <a:custGeom>
              <a:rect b="b" l="l" r="r" t="t"/>
              <a:pathLst>
                <a:path extrusionOk="0" h="908257" w="3649185">
                  <a:moveTo>
                    <a:pt x="0" y="0"/>
                  </a:moveTo>
                  <a:lnTo>
                    <a:pt x="3649185" y="0"/>
                  </a:lnTo>
                  <a:lnTo>
                    <a:pt x="3649185" y="908257"/>
                  </a:lnTo>
                  <a:lnTo>
                    <a:pt x="0" y="908257"/>
                  </a:lnTo>
                  <a:close/>
                </a:path>
              </a:pathLst>
            </a:custGeom>
            <a:solidFill>
              <a:srgbClr val="FF93D8"/>
            </a:solidFill>
            <a:ln>
              <a:noFill/>
            </a:ln>
          </p:spPr>
        </p:sp>
        <p:sp>
          <p:nvSpPr>
            <p:cNvPr id="239" name="Google Shape;239;p10"/>
            <p:cNvSpPr/>
            <p:nvPr/>
          </p:nvSpPr>
          <p:spPr>
            <a:xfrm>
              <a:off x="0" y="0"/>
              <a:ext cx="3674585" cy="933657"/>
            </a:xfrm>
            <a:custGeom>
              <a:rect b="b" l="l" r="r" t="t"/>
              <a:pathLst>
                <a:path extrusionOk="0" h="933657" w="3674585">
                  <a:moveTo>
                    <a:pt x="80010" y="933657"/>
                  </a:moveTo>
                  <a:lnTo>
                    <a:pt x="3674585" y="933657"/>
                  </a:lnTo>
                  <a:lnTo>
                    <a:pt x="3674585" y="80010"/>
                  </a:lnTo>
                  <a:lnTo>
                    <a:pt x="3674585" y="67310"/>
                  </a:lnTo>
                  <a:lnTo>
                    <a:pt x="3674585" y="0"/>
                  </a:lnTo>
                  <a:lnTo>
                    <a:pt x="0" y="0"/>
                  </a:lnTo>
                  <a:lnTo>
                    <a:pt x="0" y="933657"/>
                  </a:lnTo>
                  <a:lnTo>
                    <a:pt x="67310" y="933657"/>
                  </a:lnTo>
                  <a:lnTo>
                    <a:pt x="80010" y="933657"/>
                  </a:lnTo>
                  <a:close/>
                  <a:moveTo>
                    <a:pt x="12700" y="12700"/>
                  </a:moveTo>
                  <a:lnTo>
                    <a:pt x="3661885" y="12700"/>
                  </a:lnTo>
                  <a:lnTo>
                    <a:pt x="3661885" y="920957"/>
                  </a:lnTo>
                  <a:lnTo>
                    <a:pt x="12700" y="920957"/>
                  </a:lnTo>
                  <a:lnTo>
                    <a:pt x="12700" y="1270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</p:sp>
      </p:grpSp>
      <p:sp>
        <p:nvSpPr>
          <p:cNvPr id="240" name="Google Shape;240;p10"/>
          <p:cNvSpPr/>
          <p:nvPr/>
        </p:nvSpPr>
        <p:spPr>
          <a:xfrm>
            <a:off x="8386298" y="630779"/>
            <a:ext cx="9528569" cy="9147169"/>
          </a:xfrm>
          <a:custGeom>
            <a:rect b="b" l="l" r="r" t="t"/>
            <a:pathLst>
              <a:path extrusionOk="0" h="9147169" w="9528569">
                <a:moveTo>
                  <a:pt x="0" y="0"/>
                </a:moveTo>
                <a:lnTo>
                  <a:pt x="9528569" y="0"/>
                </a:lnTo>
                <a:lnTo>
                  <a:pt x="9528569" y="9147168"/>
                </a:lnTo>
                <a:lnTo>
                  <a:pt x="0" y="9147168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-5608" l="-4539" r="-4538" t="-2197"/>
            </a:stretch>
          </a:blipFill>
          <a:ln>
            <a:noFill/>
          </a:ln>
        </p:spPr>
      </p:sp>
      <p:sp>
        <p:nvSpPr>
          <p:cNvPr id="241" name="Google Shape;241;p10"/>
          <p:cNvSpPr txBox="1"/>
          <p:nvPr/>
        </p:nvSpPr>
        <p:spPr>
          <a:xfrm>
            <a:off x="1296032" y="718724"/>
            <a:ext cx="5365837" cy="13049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2002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7501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SETTINGS</a:t>
            </a:r>
            <a:endParaRPr/>
          </a:p>
        </p:txBody>
      </p:sp>
      <p:grpSp>
        <p:nvGrpSpPr>
          <p:cNvPr id="242" name="Google Shape;242;p10"/>
          <p:cNvGrpSpPr/>
          <p:nvPr/>
        </p:nvGrpSpPr>
        <p:grpSpPr>
          <a:xfrm>
            <a:off x="938925" y="3429000"/>
            <a:ext cx="6627150" cy="6479100"/>
            <a:chOff x="-273783" y="-549246"/>
            <a:chExt cx="8836200" cy="8638800"/>
          </a:xfrm>
        </p:grpSpPr>
        <p:sp>
          <p:nvSpPr>
            <p:cNvPr id="243" name="Google Shape;243;p10"/>
            <p:cNvSpPr txBox="1"/>
            <p:nvPr/>
          </p:nvSpPr>
          <p:spPr>
            <a:xfrm>
              <a:off x="-273783" y="-549246"/>
              <a:ext cx="8836200" cy="8638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lnSpc>
                  <a:spcPct val="15001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US" sz="3999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Gồm 2 tính năng chính:</a:t>
              </a:r>
              <a:endParaRPr/>
            </a:p>
            <a:p>
              <a:pPr indent="0" lvl="0" marL="0" marR="0" rtl="0" algn="l">
                <a:lnSpc>
                  <a:spcPct val="15001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US" sz="3999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Điều khiển âm lượng: </a:t>
              </a:r>
              <a:endParaRPr/>
            </a:p>
            <a:p>
              <a:pPr indent="-431800" lvl="1" marL="863599" marR="0" rtl="0" algn="l">
                <a:lnSpc>
                  <a:spcPct val="150012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3999"/>
                <a:buFont typeface="Arial"/>
                <a:buChar char="•"/>
              </a:pPr>
              <a:r>
                <a:rPr b="1" i="0" lang="en-US" sz="3999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Nhạc nền</a:t>
              </a:r>
              <a:endParaRPr b="1" i="0" sz="3999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-431800" lvl="1" marL="863599" marR="0" rtl="0" algn="l">
                <a:lnSpc>
                  <a:spcPct val="150012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3999"/>
                <a:buFont typeface="Arial"/>
                <a:buChar char="•"/>
              </a:pPr>
              <a:r>
                <a:rPr b="1" i="0" lang="en-US" sz="3999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Hiệu ứng</a:t>
              </a:r>
              <a:endParaRPr b="1" i="0" sz="3999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0" lvl="0" marL="0" marR="0" rtl="0" algn="l">
                <a:lnSpc>
                  <a:spcPct val="15001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US" sz="3999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Thay đổi theme:</a:t>
              </a:r>
              <a:endParaRPr b="1" i="0" sz="3999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0" lvl="0" marL="0" marR="0" rtl="0" algn="l">
                <a:lnSpc>
                  <a:spcPct val="15001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1" sz="3999">
                <a:latin typeface="Calibri"/>
                <a:ea typeface="Calibri"/>
                <a:cs typeface="Calibri"/>
                <a:sym typeface="Calibri"/>
              </a:endParaRPr>
            </a:p>
            <a:p>
              <a:pPr indent="0" lvl="0" marL="914400" marR="0" rtl="0" algn="l">
                <a:lnSpc>
                  <a:spcPct val="15001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  <a:p>
              <a:pPr indent="-177863" lvl="1" marL="863599" marR="0" rtl="0" algn="l">
                <a:lnSpc>
                  <a:spcPct val="150012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3999"/>
                <a:buFont typeface="Arial"/>
                <a:buNone/>
              </a:pPr>
              <a:r>
                <a:t/>
              </a:r>
              <a:endParaRPr b="1" i="0" sz="3999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244" name="Google Shape;244;p10"/>
            <p:cNvGrpSpPr/>
            <p:nvPr/>
          </p:nvGrpSpPr>
          <p:grpSpPr>
            <a:xfrm>
              <a:off x="1022295" y="5007821"/>
              <a:ext cx="2176372" cy="1377153"/>
              <a:chOff x="0" y="0"/>
              <a:chExt cx="429901" cy="272030"/>
            </a:xfrm>
          </p:grpSpPr>
          <p:sp>
            <p:nvSpPr>
              <p:cNvPr id="245" name="Google Shape;245;p10"/>
              <p:cNvSpPr/>
              <p:nvPr/>
            </p:nvSpPr>
            <p:spPr>
              <a:xfrm>
                <a:off x="0" y="0"/>
                <a:ext cx="429901" cy="148709"/>
              </a:xfrm>
              <a:custGeom>
                <a:rect b="b" l="l" r="r" t="t"/>
                <a:pathLst>
                  <a:path extrusionOk="0" h="148709" w="429901">
                    <a:moveTo>
                      <a:pt x="74354" y="0"/>
                    </a:moveTo>
                    <a:lnTo>
                      <a:pt x="355546" y="0"/>
                    </a:lnTo>
                    <a:cubicBezTo>
                      <a:pt x="396611" y="0"/>
                      <a:pt x="429901" y="33290"/>
                      <a:pt x="429901" y="74354"/>
                    </a:cubicBezTo>
                    <a:lnTo>
                      <a:pt x="429901" y="74354"/>
                    </a:lnTo>
                    <a:cubicBezTo>
                      <a:pt x="429901" y="115419"/>
                      <a:pt x="396611" y="148709"/>
                      <a:pt x="355546" y="148709"/>
                    </a:cubicBezTo>
                    <a:lnTo>
                      <a:pt x="74354" y="148709"/>
                    </a:lnTo>
                    <a:cubicBezTo>
                      <a:pt x="33290" y="148709"/>
                      <a:pt x="0" y="115419"/>
                      <a:pt x="0" y="74354"/>
                    </a:cubicBezTo>
                    <a:lnTo>
                      <a:pt x="0" y="74354"/>
                    </a:lnTo>
                    <a:cubicBezTo>
                      <a:pt x="0" y="33290"/>
                      <a:pt x="33290" y="0"/>
                      <a:pt x="74354" y="0"/>
                    </a:cubicBezTo>
                    <a:close/>
                  </a:path>
                </a:pathLst>
              </a:custGeom>
              <a:solidFill>
                <a:srgbClr val="E48B80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46" name="Google Shape;246;p10"/>
              <p:cNvSpPr txBox="1"/>
              <p:nvPr/>
            </p:nvSpPr>
            <p:spPr>
              <a:xfrm>
                <a:off x="0" y="56630"/>
                <a:ext cx="429900" cy="2154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50800" lIns="50800" spcFirstLastPara="1" rIns="50800" wrap="square" tIns="50800">
                <a:noAutofit/>
              </a:bodyPr>
              <a:lstStyle/>
              <a:p>
                <a:pPr indent="0" lvl="0" marL="0" marR="0" rtl="0" algn="ctr">
                  <a:lnSpc>
                    <a:spcPct val="112222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247" name="Google Shape;247;p10"/>
            <p:cNvGrpSpPr/>
            <p:nvPr/>
          </p:nvGrpSpPr>
          <p:grpSpPr>
            <a:xfrm>
              <a:off x="1022295" y="6067061"/>
              <a:ext cx="2176372" cy="1408386"/>
              <a:chOff x="0" y="0"/>
              <a:chExt cx="429901" cy="278200"/>
            </a:xfrm>
          </p:grpSpPr>
          <p:sp>
            <p:nvSpPr>
              <p:cNvPr id="248" name="Google Shape;248;p10"/>
              <p:cNvSpPr/>
              <p:nvPr/>
            </p:nvSpPr>
            <p:spPr>
              <a:xfrm>
                <a:off x="0" y="0"/>
                <a:ext cx="429901" cy="148709"/>
              </a:xfrm>
              <a:custGeom>
                <a:rect b="b" l="l" r="r" t="t"/>
                <a:pathLst>
                  <a:path extrusionOk="0" h="148709" w="429901">
                    <a:moveTo>
                      <a:pt x="74354" y="0"/>
                    </a:moveTo>
                    <a:lnTo>
                      <a:pt x="355546" y="0"/>
                    </a:lnTo>
                    <a:cubicBezTo>
                      <a:pt x="396611" y="0"/>
                      <a:pt x="429901" y="33290"/>
                      <a:pt x="429901" y="74354"/>
                    </a:cubicBezTo>
                    <a:lnTo>
                      <a:pt x="429901" y="74354"/>
                    </a:lnTo>
                    <a:cubicBezTo>
                      <a:pt x="429901" y="115419"/>
                      <a:pt x="396611" y="148709"/>
                      <a:pt x="355546" y="148709"/>
                    </a:cubicBezTo>
                    <a:lnTo>
                      <a:pt x="74354" y="148709"/>
                    </a:lnTo>
                    <a:cubicBezTo>
                      <a:pt x="33290" y="148709"/>
                      <a:pt x="0" y="115419"/>
                      <a:pt x="0" y="74354"/>
                    </a:cubicBezTo>
                    <a:lnTo>
                      <a:pt x="0" y="74354"/>
                    </a:lnTo>
                    <a:cubicBezTo>
                      <a:pt x="0" y="33290"/>
                      <a:pt x="33290" y="0"/>
                      <a:pt x="74354" y="0"/>
                    </a:cubicBezTo>
                    <a:close/>
                  </a:path>
                </a:pathLst>
              </a:custGeom>
              <a:solidFill>
                <a:srgbClr val="6AB2E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49" name="Google Shape;249;p10"/>
              <p:cNvSpPr txBox="1"/>
              <p:nvPr/>
            </p:nvSpPr>
            <p:spPr>
              <a:xfrm>
                <a:off x="0" y="62800"/>
                <a:ext cx="429900" cy="2154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50800" lIns="50800" spcFirstLastPara="1" rIns="50800" wrap="square" tIns="50800">
                <a:noAutofit/>
              </a:bodyPr>
              <a:lstStyle/>
              <a:p>
                <a:pPr indent="0" lvl="0" marL="0" marR="0" rtl="0" algn="ctr">
                  <a:lnSpc>
                    <a:spcPct val="112222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sp>
        <p:nvSpPr>
          <p:cNvPr id="250" name="Google Shape;250;p10"/>
          <p:cNvSpPr txBox="1"/>
          <p:nvPr/>
        </p:nvSpPr>
        <p:spPr>
          <a:xfrm>
            <a:off x="17624355" y="9730322"/>
            <a:ext cx="152400" cy="2000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000" u="none" cap="none" strike="noStrike">
                <a:solidFill>
                  <a:srgbClr val="000000"/>
                </a:solidFill>
                <a:latin typeface="Noto Sans"/>
                <a:ea typeface="Noto Sans"/>
                <a:cs typeface="Noto Sans"/>
                <a:sym typeface="Noto Sans"/>
              </a:rPr>
              <a:t>10</a:t>
            </a:r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4" name="Shape 2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5" name="Google Shape;255;p1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89214" y="331433"/>
            <a:ext cx="17109573" cy="9624135"/>
          </a:xfrm>
          <a:prstGeom prst="rect">
            <a:avLst/>
          </a:prstGeom>
          <a:noFill/>
          <a:ln>
            <a:noFill/>
          </a:ln>
        </p:spPr>
      </p:pic>
      <p:sp>
        <p:nvSpPr>
          <p:cNvPr id="256" name="Google Shape;256;p11"/>
          <p:cNvSpPr txBox="1"/>
          <p:nvPr/>
        </p:nvSpPr>
        <p:spPr>
          <a:xfrm>
            <a:off x="17834972" y="9732738"/>
            <a:ext cx="152400" cy="2000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000" u="none" cap="none" strike="noStrike">
                <a:solidFill>
                  <a:srgbClr val="000000"/>
                </a:solidFill>
                <a:latin typeface="Noto Sans"/>
                <a:ea typeface="Noto Sans"/>
                <a:cs typeface="Noto Sans"/>
                <a:sym typeface="Noto Sans"/>
              </a:rPr>
              <a:t>11</a:t>
            </a:r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0" name="Shape 2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A diagram of a flowchart&#10;&#10;AI-generated content may be incorrect." id="261" name="Google Shape;261;p1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143" y="643"/>
            <a:ext cx="18285714" cy="10285714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62" name="Google Shape;262;p12"/>
          <p:cNvGrpSpPr/>
          <p:nvPr/>
        </p:nvGrpSpPr>
        <p:grpSpPr>
          <a:xfrm>
            <a:off x="10280066" y="1561163"/>
            <a:ext cx="6979232" cy="1698913"/>
            <a:chOff x="0" y="0"/>
            <a:chExt cx="4112028" cy="1000967"/>
          </a:xfrm>
        </p:grpSpPr>
        <p:sp>
          <p:nvSpPr>
            <p:cNvPr id="263" name="Google Shape;263;p12"/>
            <p:cNvSpPr/>
            <p:nvPr/>
          </p:nvSpPr>
          <p:spPr>
            <a:xfrm>
              <a:off x="80010" y="80010"/>
              <a:ext cx="4019318" cy="908257"/>
            </a:xfrm>
            <a:custGeom>
              <a:rect b="b" l="l" r="r" t="t"/>
              <a:pathLst>
                <a:path extrusionOk="0" h="908257" w="4019318">
                  <a:moveTo>
                    <a:pt x="0" y="853647"/>
                  </a:moveTo>
                  <a:lnTo>
                    <a:pt x="0" y="908257"/>
                  </a:lnTo>
                  <a:lnTo>
                    <a:pt x="4019318" y="908257"/>
                  </a:lnTo>
                  <a:lnTo>
                    <a:pt x="4019318" y="0"/>
                  </a:lnTo>
                  <a:lnTo>
                    <a:pt x="3964709" y="0"/>
                  </a:lnTo>
                  <a:lnTo>
                    <a:pt x="3964709" y="853647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</p:sp>
        <p:sp>
          <p:nvSpPr>
            <p:cNvPr id="264" name="Google Shape;264;p12"/>
            <p:cNvSpPr/>
            <p:nvPr/>
          </p:nvSpPr>
          <p:spPr>
            <a:xfrm>
              <a:off x="67310" y="67310"/>
              <a:ext cx="4044718" cy="933657"/>
            </a:xfrm>
            <a:custGeom>
              <a:rect b="b" l="l" r="r" t="t"/>
              <a:pathLst>
                <a:path extrusionOk="0" h="933657" w="4044718">
                  <a:moveTo>
                    <a:pt x="3977409" y="0"/>
                  </a:moveTo>
                  <a:lnTo>
                    <a:pt x="3977409" y="12700"/>
                  </a:lnTo>
                  <a:lnTo>
                    <a:pt x="4032018" y="12700"/>
                  </a:lnTo>
                  <a:lnTo>
                    <a:pt x="4032018" y="920957"/>
                  </a:lnTo>
                  <a:lnTo>
                    <a:pt x="12700" y="920957"/>
                  </a:lnTo>
                  <a:lnTo>
                    <a:pt x="12700" y="866347"/>
                  </a:lnTo>
                  <a:lnTo>
                    <a:pt x="0" y="866347"/>
                  </a:lnTo>
                  <a:lnTo>
                    <a:pt x="0" y="933657"/>
                  </a:lnTo>
                  <a:lnTo>
                    <a:pt x="4044718" y="933657"/>
                  </a:lnTo>
                  <a:lnTo>
                    <a:pt x="4044718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</p:sp>
        <p:sp>
          <p:nvSpPr>
            <p:cNvPr id="265" name="Google Shape;265;p12"/>
            <p:cNvSpPr/>
            <p:nvPr/>
          </p:nvSpPr>
          <p:spPr>
            <a:xfrm>
              <a:off x="12700" y="12700"/>
              <a:ext cx="4019319" cy="908257"/>
            </a:xfrm>
            <a:custGeom>
              <a:rect b="b" l="l" r="r" t="t"/>
              <a:pathLst>
                <a:path extrusionOk="0" h="908257" w="4019319">
                  <a:moveTo>
                    <a:pt x="0" y="0"/>
                  </a:moveTo>
                  <a:lnTo>
                    <a:pt x="4019319" y="0"/>
                  </a:lnTo>
                  <a:lnTo>
                    <a:pt x="4019319" y="908257"/>
                  </a:lnTo>
                  <a:lnTo>
                    <a:pt x="0" y="908257"/>
                  </a:lnTo>
                  <a:close/>
                </a:path>
              </a:pathLst>
            </a:custGeom>
            <a:solidFill>
              <a:srgbClr val="FF93D8"/>
            </a:solidFill>
            <a:ln>
              <a:noFill/>
            </a:ln>
          </p:spPr>
        </p:sp>
        <p:sp>
          <p:nvSpPr>
            <p:cNvPr id="266" name="Google Shape;266;p12"/>
            <p:cNvSpPr/>
            <p:nvPr/>
          </p:nvSpPr>
          <p:spPr>
            <a:xfrm>
              <a:off x="0" y="0"/>
              <a:ext cx="4044719" cy="933657"/>
            </a:xfrm>
            <a:custGeom>
              <a:rect b="b" l="l" r="r" t="t"/>
              <a:pathLst>
                <a:path extrusionOk="0" h="933657" w="4044719">
                  <a:moveTo>
                    <a:pt x="80010" y="933657"/>
                  </a:moveTo>
                  <a:lnTo>
                    <a:pt x="4044719" y="933657"/>
                  </a:lnTo>
                  <a:lnTo>
                    <a:pt x="4044719" y="80010"/>
                  </a:lnTo>
                  <a:lnTo>
                    <a:pt x="4044719" y="67310"/>
                  </a:lnTo>
                  <a:lnTo>
                    <a:pt x="4044719" y="0"/>
                  </a:lnTo>
                  <a:lnTo>
                    <a:pt x="0" y="0"/>
                  </a:lnTo>
                  <a:lnTo>
                    <a:pt x="0" y="933657"/>
                  </a:lnTo>
                  <a:lnTo>
                    <a:pt x="67310" y="933657"/>
                  </a:lnTo>
                  <a:lnTo>
                    <a:pt x="80010" y="933657"/>
                  </a:lnTo>
                  <a:close/>
                  <a:moveTo>
                    <a:pt x="12700" y="12700"/>
                  </a:moveTo>
                  <a:lnTo>
                    <a:pt x="4032019" y="12700"/>
                  </a:lnTo>
                  <a:lnTo>
                    <a:pt x="4032019" y="920957"/>
                  </a:lnTo>
                  <a:lnTo>
                    <a:pt x="12700" y="920957"/>
                  </a:lnTo>
                  <a:lnTo>
                    <a:pt x="12700" y="1270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</p:sp>
      </p:grpSp>
      <p:sp>
        <p:nvSpPr>
          <p:cNvPr id="267" name="Google Shape;267;p12"/>
          <p:cNvSpPr txBox="1"/>
          <p:nvPr/>
        </p:nvSpPr>
        <p:spPr>
          <a:xfrm>
            <a:off x="10470671" y="1809436"/>
            <a:ext cx="6685164" cy="13049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2002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7501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SƠ ĐỒ SETTINGS</a:t>
            </a:r>
            <a:endParaRPr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6E3"/>
        </a:solidFill>
      </p:bgPr>
    </p:bg>
    <p:spTree>
      <p:nvGrpSpPr>
        <p:cNvPr id="271" name="Shape 2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72" name="Google Shape;272;p13"/>
          <p:cNvGrpSpPr/>
          <p:nvPr/>
        </p:nvGrpSpPr>
        <p:grpSpPr>
          <a:xfrm>
            <a:off x="1377506" y="568674"/>
            <a:ext cx="15584148" cy="1698913"/>
            <a:chOff x="0" y="0"/>
            <a:chExt cx="9181877" cy="1000967"/>
          </a:xfrm>
        </p:grpSpPr>
        <p:sp>
          <p:nvSpPr>
            <p:cNvPr id="273" name="Google Shape;273;p13"/>
            <p:cNvSpPr/>
            <p:nvPr/>
          </p:nvSpPr>
          <p:spPr>
            <a:xfrm>
              <a:off x="80010" y="80010"/>
              <a:ext cx="9089167" cy="908257"/>
            </a:xfrm>
            <a:custGeom>
              <a:rect b="b" l="l" r="r" t="t"/>
              <a:pathLst>
                <a:path extrusionOk="0" h="908257" w="9089167">
                  <a:moveTo>
                    <a:pt x="0" y="853647"/>
                  </a:moveTo>
                  <a:lnTo>
                    <a:pt x="0" y="908257"/>
                  </a:lnTo>
                  <a:lnTo>
                    <a:pt x="9089167" y="908257"/>
                  </a:lnTo>
                  <a:lnTo>
                    <a:pt x="9089167" y="0"/>
                  </a:lnTo>
                  <a:lnTo>
                    <a:pt x="9034557" y="0"/>
                  </a:lnTo>
                  <a:lnTo>
                    <a:pt x="9034557" y="853647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</p:sp>
        <p:sp>
          <p:nvSpPr>
            <p:cNvPr id="274" name="Google Shape;274;p13"/>
            <p:cNvSpPr/>
            <p:nvPr/>
          </p:nvSpPr>
          <p:spPr>
            <a:xfrm>
              <a:off x="67310" y="67310"/>
              <a:ext cx="9114567" cy="933657"/>
            </a:xfrm>
            <a:custGeom>
              <a:rect b="b" l="l" r="r" t="t"/>
              <a:pathLst>
                <a:path extrusionOk="0" h="933657" w="9114567">
                  <a:moveTo>
                    <a:pt x="9047257" y="0"/>
                  </a:moveTo>
                  <a:lnTo>
                    <a:pt x="9047257" y="12700"/>
                  </a:lnTo>
                  <a:lnTo>
                    <a:pt x="9101867" y="12700"/>
                  </a:lnTo>
                  <a:lnTo>
                    <a:pt x="9101867" y="920957"/>
                  </a:lnTo>
                  <a:lnTo>
                    <a:pt x="12700" y="920957"/>
                  </a:lnTo>
                  <a:lnTo>
                    <a:pt x="12700" y="866347"/>
                  </a:lnTo>
                  <a:lnTo>
                    <a:pt x="0" y="866347"/>
                  </a:lnTo>
                  <a:lnTo>
                    <a:pt x="0" y="933657"/>
                  </a:lnTo>
                  <a:lnTo>
                    <a:pt x="9114567" y="933657"/>
                  </a:lnTo>
                  <a:lnTo>
                    <a:pt x="9114567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</p:sp>
        <p:sp>
          <p:nvSpPr>
            <p:cNvPr id="275" name="Google Shape;275;p13"/>
            <p:cNvSpPr/>
            <p:nvPr/>
          </p:nvSpPr>
          <p:spPr>
            <a:xfrm>
              <a:off x="12700" y="12700"/>
              <a:ext cx="9089167" cy="908257"/>
            </a:xfrm>
            <a:custGeom>
              <a:rect b="b" l="l" r="r" t="t"/>
              <a:pathLst>
                <a:path extrusionOk="0" h="908257" w="9089167">
                  <a:moveTo>
                    <a:pt x="0" y="0"/>
                  </a:moveTo>
                  <a:lnTo>
                    <a:pt x="9089167" y="0"/>
                  </a:lnTo>
                  <a:lnTo>
                    <a:pt x="9089167" y="908257"/>
                  </a:lnTo>
                  <a:lnTo>
                    <a:pt x="0" y="908257"/>
                  </a:lnTo>
                  <a:close/>
                </a:path>
              </a:pathLst>
            </a:custGeom>
            <a:solidFill>
              <a:srgbClr val="FF93D8"/>
            </a:solidFill>
            <a:ln>
              <a:noFill/>
            </a:ln>
          </p:spPr>
        </p:sp>
        <p:sp>
          <p:nvSpPr>
            <p:cNvPr id="276" name="Google Shape;276;p13"/>
            <p:cNvSpPr/>
            <p:nvPr/>
          </p:nvSpPr>
          <p:spPr>
            <a:xfrm>
              <a:off x="0" y="0"/>
              <a:ext cx="9114567" cy="933657"/>
            </a:xfrm>
            <a:custGeom>
              <a:rect b="b" l="l" r="r" t="t"/>
              <a:pathLst>
                <a:path extrusionOk="0" h="933657" w="9114567">
                  <a:moveTo>
                    <a:pt x="80010" y="933657"/>
                  </a:moveTo>
                  <a:lnTo>
                    <a:pt x="9114567" y="933657"/>
                  </a:lnTo>
                  <a:lnTo>
                    <a:pt x="9114567" y="80010"/>
                  </a:lnTo>
                  <a:lnTo>
                    <a:pt x="9114567" y="67310"/>
                  </a:lnTo>
                  <a:lnTo>
                    <a:pt x="9114567" y="0"/>
                  </a:lnTo>
                  <a:lnTo>
                    <a:pt x="0" y="0"/>
                  </a:lnTo>
                  <a:lnTo>
                    <a:pt x="0" y="933657"/>
                  </a:lnTo>
                  <a:lnTo>
                    <a:pt x="67310" y="933657"/>
                  </a:lnTo>
                  <a:lnTo>
                    <a:pt x="80010" y="933657"/>
                  </a:lnTo>
                  <a:close/>
                  <a:moveTo>
                    <a:pt x="12700" y="12700"/>
                  </a:moveTo>
                  <a:lnTo>
                    <a:pt x="9101867" y="12700"/>
                  </a:lnTo>
                  <a:lnTo>
                    <a:pt x="9101867" y="920957"/>
                  </a:lnTo>
                  <a:lnTo>
                    <a:pt x="12700" y="920957"/>
                  </a:lnTo>
                  <a:lnTo>
                    <a:pt x="12700" y="1270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</p:sp>
      </p:grpSp>
      <p:sp>
        <p:nvSpPr>
          <p:cNvPr id="277" name="Google Shape;277;p13"/>
          <p:cNvSpPr/>
          <p:nvPr/>
        </p:nvSpPr>
        <p:spPr>
          <a:xfrm>
            <a:off x="9431965" y="2765472"/>
            <a:ext cx="8437654" cy="5784238"/>
          </a:xfrm>
          <a:custGeom>
            <a:rect b="b" l="l" r="r" t="t"/>
            <a:pathLst>
              <a:path extrusionOk="0" h="5784238" w="8437654">
                <a:moveTo>
                  <a:pt x="0" y="0"/>
                </a:moveTo>
                <a:lnTo>
                  <a:pt x="8437653" y="0"/>
                </a:lnTo>
                <a:lnTo>
                  <a:pt x="8437653" y="5784238"/>
                </a:lnTo>
                <a:lnTo>
                  <a:pt x="0" y="5784238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-5400" l="-18228" r="-16804" t="-5400"/>
            </a:stretch>
          </a:blipFill>
          <a:ln>
            <a:noFill/>
          </a:ln>
        </p:spPr>
      </p:sp>
      <p:sp>
        <p:nvSpPr>
          <p:cNvPr id="278" name="Google Shape;278;p13"/>
          <p:cNvSpPr/>
          <p:nvPr/>
        </p:nvSpPr>
        <p:spPr>
          <a:xfrm>
            <a:off x="739537" y="2897689"/>
            <a:ext cx="8404463" cy="5627586"/>
          </a:xfrm>
          <a:custGeom>
            <a:rect b="b" l="l" r="r" t="t"/>
            <a:pathLst>
              <a:path extrusionOk="0" h="5627586" w="8404463">
                <a:moveTo>
                  <a:pt x="0" y="0"/>
                </a:moveTo>
                <a:lnTo>
                  <a:pt x="8404463" y="0"/>
                </a:lnTo>
                <a:lnTo>
                  <a:pt x="8404463" y="5627586"/>
                </a:lnTo>
                <a:lnTo>
                  <a:pt x="0" y="5627586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-2618" t="0"/>
            </a:stretch>
          </a:blipFill>
          <a:ln>
            <a:noFill/>
          </a:ln>
        </p:spPr>
      </p:sp>
      <p:sp>
        <p:nvSpPr>
          <p:cNvPr id="279" name="Google Shape;279;p13"/>
          <p:cNvSpPr txBox="1"/>
          <p:nvPr/>
        </p:nvSpPr>
        <p:spPr>
          <a:xfrm>
            <a:off x="2643345" y="799582"/>
            <a:ext cx="13166712" cy="13049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2002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7501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HELP &amp; ABOUT</a:t>
            </a:r>
            <a:endParaRPr/>
          </a:p>
        </p:txBody>
      </p:sp>
      <p:sp>
        <p:nvSpPr>
          <p:cNvPr id="280" name="Google Shape;280;p13"/>
          <p:cNvSpPr txBox="1"/>
          <p:nvPr/>
        </p:nvSpPr>
        <p:spPr>
          <a:xfrm>
            <a:off x="17259300" y="9210675"/>
            <a:ext cx="152400" cy="2000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000" u="none" cap="none" strike="noStrike">
                <a:solidFill>
                  <a:srgbClr val="000000"/>
                </a:solidFill>
                <a:latin typeface="Noto Sans"/>
                <a:ea typeface="Noto Sans"/>
                <a:cs typeface="Noto Sans"/>
                <a:sym typeface="Noto Sans"/>
              </a:rPr>
              <a:t>13</a:t>
            </a:r>
            <a:endParaRPr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4" name="Shape 2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85" name="Google Shape;285;p14"/>
          <p:cNvGrpSpPr/>
          <p:nvPr/>
        </p:nvGrpSpPr>
        <p:grpSpPr>
          <a:xfrm>
            <a:off x="611942" y="2637302"/>
            <a:ext cx="7669107" cy="6462387"/>
            <a:chOff x="0" y="0"/>
            <a:chExt cx="20176585" cy="17001838"/>
          </a:xfrm>
        </p:grpSpPr>
        <p:sp>
          <p:nvSpPr>
            <p:cNvPr id="286" name="Google Shape;286;p14"/>
            <p:cNvSpPr/>
            <p:nvPr/>
          </p:nvSpPr>
          <p:spPr>
            <a:xfrm>
              <a:off x="72390" y="72390"/>
              <a:ext cx="20031806" cy="16857057"/>
            </a:xfrm>
            <a:custGeom>
              <a:rect b="b" l="l" r="r" t="t"/>
              <a:pathLst>
                <a:path extrusionOk="0" h="16857057" w="20031806">
                  <a:moveTo>
                    <a:pt x="0" y="0"/>
                  </a:moveTo>
                  <a:lnTo>
                    <a:pt x="20031806" y="0"/>
                  </a:lnTo>
                  <a:lnTo>
                    <a:pt x="20031806" y="16857057"/>
                  </a:lnTo>
                  <a:lnTo>
                    <a:pt x="0" y="1685705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</p:sp>
        <p:sp>
          <p:nvSpPr>
            <p:cNvPr id="287" name="Google Shape;287;p14"/>
            <p:cNvSpPr/>
            <p:nvPr/>
          </p:nvSpPr>
          <p:spPr>
            <a:xfrm>
              <a:off x="0" y="0"/>
              <a:ext cx="20176585" cy="17001838"/>
            </a:xfrm>
            <a:custGeom>
              <a:rect b="b" l="l" r="r" t="t"/>
              <a:pathLst>
                <a:path extrusionOk="0" h="17001838" w="20176585">
                  <a:moveTo>
                    <a:pt x="20031805" y="16857058"/>
                  </a:moveTo>
                  <a:lnTo>
                    <a:pt x="20176585" y="16857058"/>
                  </a:lnTo>
                  <a:lnTo>
                    <a:pt x="20176585" y="17001838"/>
                  </a:lnTo>
                  <a:lnTo>
                    <a:pt x="20031805" y="17001838"/>
                  </a:lnTo>
                  <a:lnTo>
                    <a:pt x="20031805" y="16857058"/>
                  </a:lnTo>
                  <a:close/>
                  <a:moveTo>
                    <a:pt x="0" y="144780"/>
                  </a:moveTo>
                  <a:lnTo>
                    <a:pt x="144780" y="144780"/>
                  </a:lnTo>
                  <a:lnTo>
                    <a:pt x="144780" y="16857058"/>
                  </a:lnTo>
                  <a:lnTo>
                    <a:pt x="0" y="16857058"/>
                  </a:lnTo>
                  <a:lnTo>
                    <a:pt x="0" y="144780"/>
                  </a:lnTo>
                  <a:close/>
                  <a:moveTo>
                    <a:pt x="0" y="16857058"/>
                  </a:moveTo>
                  <a:lnTo>
                    <a:pt x="144780" y="16857058"/>
                  </a:lnTo>
                  <a:lnTo>
                    <a:pt x="144780" y="17001838"/>
                  </a:lnTo>
                  <a:lnTo>
                    <a:pt x="0" y="17001838"/>
                  </a:lnTo>
                  <a:lnTo>
                    <a:pt x="0" y="16857058"/>
                  </a:lnTo>
                  <a:close/>
                  <a:moveTo>
                    <a:pt x="20031805" y="144780"/>
                  </a:moveTo>
                  <a:lnTo>
                    <a:pt x="20176585" y="144780"/>
                  </a:lnTo>
                  <a:lnTo>
                    <a:pt x="20176585" y="16857058"/>
                  </a:lnTo>
                  <a:lnTo>
                    <a:pt x="20031805" y="16857058"/>
                  </a:lnTo>
                  <a:lnTo>
                    <a:pt x="20031805" y="144780"/>
                  </a:lnTo>
                  <a:close/>
                  <a:moveTo>
                    <a:pt x="144780" y="16857058"/>
                  </a:moveTo>
                  <a:lnTo>
                    <a:pt x="20031805" y="16857058"/>
                  </a:lnTo>
                  <a:lnTo>
                    <a:pt x="20031805" y="17001838"/>
                  </a:lnTo>
                  <a:lnTo>
                    <a:pt x="144780" y="17001838"/>
                  </a:lnTo>
                  <a:lnTo>
                    <a:pt x="144780" y="16857058"/>
                  </a:lnTo>
                  <a:close/>
                  <a:moveTo>
                    <a:pt x="20031805" y="0"/>
                  </a:moveTo>
                  <a:lnTo>
                    <a:pt x="20176585" y="0"/>
                  </a:lnTo>
                  <a:lnTo>
                    <a:pt x="20176585" y="144780"/>
                  </a:lnTo>
                  <a:lnTo>
                    <a:pt x="20031805" y="144780"/>
                  </a:lnTo>
                  <a:lnTo>
                    <a:pt x="20031805" y="0"/>
                  </a:lnTo>
                  <a:close/>
                  <a:moveTo>
                    <a:pt x="0" y="0"/>
                  </a:moveTo>
                  <a:lnTo>
                    <a:pt x="144780" y="0"/>
                  </a:lnTo>
                  <a:lnTo>
                    <a:pt x="144780" y="144780"/>
                  </a:lnTo>
                  <a:lnTo>
                    <a:pt x="0" y="144780"/>
                  </a:lnTo>
                  <a:lnTo>
                    <a:pt x="0" y="0"/>
                  </a:lnTo>
                  <a:close/>
                  <a:moveTo>
                    <a:pt x="144780" y="0"/>
                  </a:moveTo>
                  <a:lnTo>
                    <a:pt x="20031805" y="0"/>
                  </a:lnTo>
                  <a:lnTo>
                    <a:pt x="20031805" y="144780"/>
                  </a:lnTo>
                  <a:lnTo>
                    <a:pt x="144780" y="144780"/>
                  </a:lnTo>
                  <a:lnTo>
                    <a:pt x="144780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</p:sp>
      </p:grpSp>
      <p:grpSp>
        <p:nvGrpSpPr>
          <p:cNvPr id="288" name="Google Shape;288;p14"/>
          <p:cNvGrpSpPr/>
          <p:nvPr/>
        </p:nvGrpSpPr>
        <p:grpSpPr>
          <a:xfrm>
            <a:off x="1130281" y="462235"/>
            <a:ext cx="6632428" cy="1698913"/>
            <a:chOff x="0" y="0"/>
            <a:chExt cx="3907697" cy="1000967"/>
          </a:xfrm>
        </p:grpSpPr>
        <p:sp>
          <p:nvSpPr>
            <p:cNvPr id="289" name="Google Shape;289;p14"/>
            <p:cNvSpPr/>
            <p:nvPr/>
          </p:nvSpPr>
          <p:spPr>
            <a:xfrm>
              <a:off x="80010" y="80010"/>
              <a:ext cx="3814987" cy="908257"/>
            </a:xfrm>
            <a:custGeom>
              <a:rect b="b" l="l" r="r" t="t"/>
              <a:pathLst>
                <a:path extrusionOk="0" h="908257" w="3814987">
                  <a:moveTo>
                    <a:pt x="0" y="853647"/>
                  </a:moveTo>
                  <a:lnTo>
                    <a:pt x="0" y="908257"/>
                  </a:lnTo>
                  <a:lnTo>
                    <a:pt x="3814987" y="908257"/>
                  </a:lnTo>
                  <a:lnTo>
                    <a:pt x="3814987" y="0"/>
                  </a:lnTo>
                  <a:lnTo>
                    <a:pt x="3760377" y="0"/>
                  </a:lnTo>
                  <a:lnTo>
                    <a:pt x="3760377" y="853647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</p:sp>
        <p:sp>
          <p:nvSpPr>
            <p:cNvPr id="290" name="Google Shape;290;p14"/>
            <p:cNvSpPr/>
            <p:nvPr/>
          </p:nvSpPr>
          <p:spPr>
            <a:xfrm>
              <a:off x="67310" y="67310"/>
              <a:ext cx="3840387" cy="933657"/>
            </a:xfrm>
            <a:custGeom>
              <a:rect b="b" l="l" r="r" t="t"/>
              <a:pathLst>
                <a:path extrusionOk="0" h="933657" w="3840387">
                  <a:moveTo>
                    <a:pt x="3773077" y="0"/>
                  </a:moveTo>
                  <a:lnTo>
                    <a:pt x="3773077" y="12700"/>
                  </a:lnTo>
                  <a:lnTo>
                    <a:pt x="3827687" y="12700"/>
                  </a:lnTo>
                  <a:lnTo>
                    <a:pt x="3827687" y="920957"/>
                  </a:lnTo>
                  <a:lnTo>
                    <a:pt x="12700" y="920957"/>
                  </a:lnTo>
                  <a:lnTo>
                    <a:pt x="12700" y="866347"/>
                  </a:lnTo>
                  <a:lnTo>
                    <a:pt x="0" y="866347"/>
                  </a:lnTo>
                  <a:lnTo>
                    <a:pt x="0" y="933657"/>
                  </a:lnTo>
                  <a:lnTo>
                    <a:pt x="3840387" y="933657"/>
                  </a:lnTo>
                  <a:lnTo>
                    <a:pt x="3840387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</p:sp>
        <p:sp>
          <p:nvSpPr>
            <p:cNvPr id="291" name="Google Shape;291;p14"/>
            <p:cNvSpPr/>
            <p:nvPr/>
          </p:nvSpPr>
          <p:spPr>
            <a:xfrm>
              <a:off x="12700" y="12700"/>
              <a:ext cx="3814987" cy="908257"/>
            </a:xfrm>
            <a:custGeom>
              <a:rect b="b" l="l" r="r" t="t"/>
              <a:pathLst>
                <a:path extrusionOk="0" h="908257" w="3814987">
                  <a:moveTo>
                    <a:pt x="0" y="0"/>
                  </a:moveTo>
                  <a:lnTo>
                    <a:pt x="3814987" y="0"/>
                  </a:lnTo>
                  <a:lnTo>
                    <a:pt x="3814987" y="908257"/>
                  </a:lnTo>
                  <a:lnTo>
                    <a:pt x="0" y="908257"/>
                  </a:lnTo>
                  <a:close/>
                </a:path>
              </a:pathLst>
            </a:custGeom>
            <a:solidFill>
              <a:srgbClr val="FF93D8"/>
            </a:solidFill>
            <a:ln>
              <a:noFill/>
            </a:ln>
          </p:spPr>
        </p:sp>
        <p:sp>
          <p:nvSpPr>
            <p:cNvPr id="292" name="Google Shape;292;p14"/>
            <p:cNvSpPr/>
            <p:nvPr/>
          </p:nvSpPr>
          <p:spPr>
            <a:xfrm>
              <a:off x="0" y="0"/>
              <a:ext cx="3840387" cy="933657"/>
            </a:xfrm>
            <a:custGeom>
              <a:rect b="b" l="l" r="r" t="t"/>
              <a:pathLst>
                <a:path extrusionOk="0" h="933657" w="3840387">
                  <a:moveTo>
                    <a:pt x="80010" y="933657"/>
                  </a:moveTo>
                  <a:lnTo>
                    <a:pt x="3840387" y="933657"/>
                  </a:lnTo>
                  <a:lnTo>
                    <a:pt x="3840387" y="80010"/>
                  </a:lnTo>
                  <a:lnTo>
                    <a:pt x="3840387" y="67310"/>
                  </a:lnTo>
                  <a:lnTo>
                    <a:pt x="3840387" y="0"/>
                  </a:lnTo>
                  <a:lnTo>
                    <a:pt x="0" y="0"/>
                  </a:lnTo>
                  <a:lnTo>
                    <a:pt x="0" y="933657"/>
                  </a:lnTo>
                  <a:lnTo>
                    <a:pt x="67310" y="933657"/>
                  </a:lnTo>
                  <a:lnTo>
                    <a:pt x="80010" y="933657"/>
                  </a:lnTo>
                  <a:close/>
                  <a:moveTo>
                    <a:pt x="12700" y="12700"/>
                  </a:moveTo>
                  <a:lnTo>
                    <a:pt x="3827687" y="12700"/>
                  </a:lnTo>
                  <a:lnTo>
                    <a:pt x="3827687" y="920957"/>
                  </a:lnTo>
                  <a:lnTo>
                    <a:pt x="12700" y="920957"/>
                  </a:lnTo>
                  <a:lnTo>
                    <a:pt x="12700" y="1270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</p:sp>
      </p:grpSp>
      <p:sp>
        <p:nvSpPr>
          <p:cNvPr id="293" name="Google Shape;293;p14"/>
          <p:cNvSpPr/>
          <p:nvPr/>
        </p:nvSpPr>
        <p:spPr>
          <a:xfrm>
            <a:off x="8672404" y="2637302"/>
            <a:ext cx="9076456" cy="6356958"/>
          </a:xfrm>
          <a:custGeom>
            <a:rect b="b" l="l" r="r" t="t"/>
            <a:pathLst>
              <a:path extrusionOk="0" h="6356958" w="9076456">
                <a:moveTo>
                  <a:pt x="0" y="0"/>
                </a:moveTo>
                <a:lnTo>
                  <a:pt x="9076456" y="0"/>
                </a:lnTo>
                <a:lnTo>
                  <a:pt x="9076456" y="6356958"/>
                </a:lnTo>
                <a:lnTo>
                  <a:pt x="0" y="6356958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-1292" l="-14191" r="-13536" t="-1290"/>
            </a:stretch>
          </a:blipFill>
          <a:ln>
            <a:noFill/>
          </a:ln>
        </p:spPr>
      </p:sp>
      <p:sp>
        <p:nvSpPr>
          <p:cNvPr id="294" name="Google Shape;294;p14"/>
          <p:cNvSpPr txBox="1"/>
          <p:nvPr/>
        </p:nvSpPr>
        <p:spPr>
          <a:xfrm>
            <a:off x="1657221" y="661273"/>
            <a:ext cx="5603596" cy="13049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2002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7501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LOADGAME</a:t>
            </a:r>
            <a:endParaRPr/>
          </a:p>
        </p:txBody>
      </p:sp>
      <p:sp>
        <p:nvSpPr>
          <p:cNvPr id="295" name="Google Shape;295;p14"/>
          <p:cNvSpPr txBox="1"/>
          <p:nvPr/>
        </p:nvSpPr>
        <p:spPr>
          <a:xfrm>
            <a:off x="611942" y="3458019"/>
            <a:ext cx="7252349" cy="41719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-431800" lvl="1" marL="863601" marR="0" rtl="0"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Char char="•"/>
            </a:pPr>
            <a:r>
              <a:rPr b="1" i="0" lang="en-US" sz="40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Tính năng chính:</a:t>
            </a:r>
            <a:endParaRPr/>
          </a:p>
          <a:p>
            <a:pPr indent="-575733" lvl="2" marL="1727202" marR="0" rtl="0"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Char char="⚬"/>
            </a:pPr>
            <a:r>
              <a:rPr b="1" i="0" lang="en-US" sz="40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Giúp người chơi xóa hoặc tiếp tục chơi trận đấu</a:t>
            </a:r>
            <a:endParaRPr/>
          </a:p>
          <a:p>
            <a:pPr indent="-575733" lvl="2" marL="1727202" marR="0" rtl="0"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Char char="⚬"/>
            </a:pPr>
            <a:r>
              <a:rPr b="1" i="0" lang="en-US" sz="40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Hiển thị tên tập tin, chế độ chơi và thời gian lưu giúp dễ dàng phân biệt</a:t>
            </a:r>
            <a:endParaRPr/>
          </a:p>
        </p:txBody>
      </p:sp>
      <p:sp>
        <p:nvSpPr>
          <p:cNvPr id="296" name="Google Shape;296;p14"/>
          <p:cNvSpPr txBox="1"/>
          <p:nvPr/>
        </p:nvSpPr>
        <p:spPr>
          <a:xfrm>
            <a:off x="17259300" y="9210675"/>
            <a:ext cx="152400" cy="2000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000" u="none" cap="none" strike="noStrike">
                <a:solidFill>
                  <a:srgbClr val="000000"/>
                </a:solidFill>
                <a:latin typeface="Noto Sans"/>
                <a:ea typeface="Noto Sans"/>
                <a:cs typeface="Noto Sans"/>
                <a:sym typeface="Noto Sans"/>
              </a:rPr>
              <a:t>14</a:t>
            </a:r>
            <a:endParaRPr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0" name="Shape 3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01" name="Google Shape;301;p15"/>
          <p:cNvGrpSpPr/>
          <p:nvPr/>
        </p:nvGrpSpPr>
        <p:grpSpPr>
          <a:xfrm>
            <a:off x="10579798" y="2069511"/>
            <a:ext cx="2835461" cy="1307404"/>
            <a:chOff x="0" y="-76200"/>
            <a:chExt cx="1410413" cy="650328"/>
          </a:xfrm>
        </p:grpSpPr>
        <p:sp>
          <p:nvSpPr>
            <p:cNvPr id="302" name="Google Shape;302;p15"/>
            <p:cNvSpPr/>
            <p:nvPr/>
          </p:nvSpPr>
          <p:spPr>
            <a:xfrm>
              <a:off x="0" y="0"/>
              <a:ext cx="1410413" cy="574128"/>
            </a:xfrm>
            <a:custGeom>
              <a:rect b="b" l="l" r="r" t="t"/>
              <a:pathLst>
                <a:path extrusionOk="0" h="574128" w="1410413">
                  <a:moveTo>
                    <a:pt x="0" y="0"/>
                  </a:moveTo>
                  <a:lnTo>
                    <a:pt x="1410413" y="0"/>
                  </a:lnTo>
                  <a:lnTo>
                    <a:pt x="1410413" y="574128"/>
                  </a:lnTo>
                  <a:lnTo>
                    <a:pt x="0" y="574128"/>
                  </a:lnTo>
                  <a:close/>
                </a:path>
              </a:pathLst>
            </a:custGeom>
            <a:solidFill>
              <a:srgbClr val="EC806F"/>
            </a:solidFill>
            <a:ln cap="sq" cmpd="sng" w="28575">
              <a:solidFill>
                <a:srgbClr val="8D4B3F"/>
              </a:solidFill>
              <a:prstDash val="solid"/>
              <a:miter lim="8000"/>
              <a:headEnd len="sm" w="sm" type="none"/>
              <a:tailEnd len="sm" w="sm" type="none"/>
            </a:ln>
          </p:spPr>
        </p:sp>
        <p:sp>
          <p:nvSpPr>
            <p:cNvPr id="303" name="Google Shape;303;p15"/>
            <p:cNvSpPr txBox="1"/>
            <p:nvPr/>
          </p:nvSpPr>
          <p:spPr>
            <a:xfrm>
              <a:off x="0" y="-76200"/>
              <a:ext cx="1410413" cy="65032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34400" lIns="34400" spcFirstLastPara="1" rIns="34400" wrap="square" tIns="34400">
              <a:noAutofit/>
            </a:bodyPr>
            <a:lstStyle/>
            <a:p>
              <a:pPr indent="0" lvl="0" marL="0" marR="0" rtl="0" algn="ctr">
                <a:lnSpc>
                  <a:spcPct val="140105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1895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Read winner’s name</a:t>
              </a:r>
              <a:endParaRPr/>
            </a:p>
            <a:p>
              <a:pPr indent="0" lvl="0" marL="0" marR="0" rtl="0" algn="ctr">
                <a:lnSpc>
                  <a:spcPct val="140105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1895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Read score, winStreak, moveCount</a:t>
              </a:r>
              <a:endParaRPr/>
            </a:p>
          </p:txBody>
        </p:sp>
      </p:grpSp>
      <p:cxnSp>
        <p:nvCxnSpPr>
          <p:cNvPr id="304" name="Google Shape;304;p15"/>
          <p:cNvCxnSpPr/>
          <p:nvPr/>
        </p:nvCxnSpPr>
        <p:spPr>
          <a:xfrm flipH="1">
            <a:off x="11983420" y="3376915"/>
            <a:ext cx="14108" cy="258485"/>
          </a:xfrm>
          <a:prstGeom prst="straightConnector1">
            <a:avLst/>
          </a:prstGeom>
          <a:noFill/>
          <a:ln cap="flat" cmpd="sng" w="38100">
            <a:solidFill>
              <a:srgbClr val="8D4B3F"/>
            </a:solidFill>
            <a:prstDash val="solid"/>
            <a:round/>
            <a:headEnd len="sm" w="sm" type="none"/>
            <a:tailEnd len="med" w="med" type="triangle"/>
          </a:ln>
        </p:spPr>
      </p:cxnSp>
      <p:grpSp>
        <p:nvGrpSpPr>
          <p:cNvPr id="305" name="Google Shape;305;p15"/>
          <p:cNvGrpSpPr/>
          <p:nvPr/>
        </p:nvGrpSpPr>
        <p:grpSpPr>
          <a:xfrm>
            <a:off x="10753923" y="3635400"/>
            <a:ext cx="2458993" cy="1347959"/>
            <a:chOff x="0" y="0"/>
            <a:chExt cx="1628033" cy="892447"/>
          </a:xfrm>
        </p:grpSpPr>
        <p:sp>
          <p:nvSpPr>
            <p:cNvPr id="306" name="Google Shape;306;p15"/>
            <p:cNvSpPr/>
            <p:nvPr/>
          </p:nvSpPr>
          <p:spPr>
            <a:xfrm>
              <a:off x="0" y="0"/>
              <a:ext cx="1628033" cy="892447"/>
            </a:xfrm>
            <a:custGeom>
              <a:rect b="b" l="l" r="r" t="t"/>
              <a:pathLst>
                <a:path extrusionOk="0" h="892447" w="1628033">
                  <a:moveTo>
                    <a:pt x="814017" y="0"/>
                  </a:moveTo>
                  <a:lnTo>
                    <a:pt x="1628033" y="446224"/>
                  </a:lnTo>
                  <a:lnTo>
                    <a:pt x="814017" y="892447"/>
                  </a:lnTo>
                  <a:lnTo>
                    <a:pt x="0" y="446224"/>
                  </a:lnTo>
                  <a:lnTo>
                    <a:pt x="814017" y="0"/>
                  </a:lnTo>
                  <a:close/>
                </a:path>
              </a:pathLst>
            </a:custGeom>
            <a:solidFill>
              <a:srgbClr val="EC806F"/>
            </a:solidFill>
            <a:ln cap="sq" cmpd="sng" w="28575">
              <a:solidFill>
                <a:srgbClr val="8D4B3F"/>
              </a:solidFill>
              <a:prstDash val="solid"/>
              <a:miter lim="8000"/>
              <a:headEnd len="sm" w="sm" type="none"/>
              <a:tailEnd len="sm" w="sm" type="none"/>
            </a:ln>
          </p:spPr>
        </p:sp>
        <p:sp>
          <p:nvSpPr>
            <p:cNvPr id="307" name="Google Shape;307;p15"/>
            <p:cNvSpPr txBox="1"/>
            <p:nvPr/>
          </p:nvSpPr>
          <p:spPr>
            <a:xfrm>
              <a:off x="279818" y="115289"/>
              <a:ext cx="1068397" cy="62376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34400" lIns="34400" spcFirstLastPara="1" rIns="34400" wrap="square" tIns="34400">
              <a:noAutofit/>
            </a:bodyPr>
            <a:lstStyle/>
            <a:p>
              <a:pPr indent="0" lvl="0" marL="0" marR="0" rtl="0" algn="ctr">
                <a:lnSpc>
                  <a:spcPct val="140105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1895" u="none" cap="none" strike="noStrike">
                  <a:solidFill>
                    <a:srgbClr val="FFFFFF"/>
                  </a:solidFill>
                  <a:latin typeface="Noto Sans"/>
                  <a:ea typeface="Noto Sans"/>
                  <a:cs typeface="Noto Sans"/>
                  <a:sym typeface="Noto Sans"/>
                </a:rPr>
                <a:t>gameOver == false?</a:t>
              </a:r>
              <a:endParaRPr/>
            </a:p>
          </p:txBody>
        </p:sp>
      </p:grpSp>
      <p:grpSp>
        <p:nvGrpSpPr>
          <p:cNvPr id="308" name="Google Shape;308;p15"/>
          <p:cNvGrpSpPr/>
          <p:nvPr/>
        </p:nvGrpSpPr>
        <p:grpSpPr>
          <a:xfrm>
            <a:off x="10782140" y="5574896"/>
            <a:ext cx="2444885" cy="1018032"/>
            <a:chOff x="0" y="-76200"/>
            <a:chExt cx="1216133" cy="506389"/>
          </a:xfrm>
        </p:grpSpPr>
        <p:sp>
          <p:nvSpPr>
            <p:cNvPr id="309" name="Google Shape;309;p15"/>
            <p:cNvSpPr/>
            <p:nvPr/>
          </p:nvSpPr>
          <p:spPr>
            <a:xfrm>
              <a:off x="0" y="0"/>
              <a:ext cx="1216133" cy="430189"/>
            </a:xfrm>
            <a:custGeom>
              <a:rect b="b" l="l" r="r" t="t"/>
              <a:pathLst>
                <a:path extrusionOk="0" h="430189" w="1216133">
                  <a:moveTo>
                    <a:pt x="0" y="0"/>
                  </a:moveTo>
                  <a:lnTo>
                    <a:pt x="1216133" y="0"/>
                  </a:lnTo>
                  <a:lnTo>
                    <a:pt x="1216133" y="430189"/>
                  </a:lnTo>
                  <a:lnTo>
                    <a:pt x="0" y="430189"/>
                  </a:lnTo>
                  <a:close/>
                </a:path>
              </a:pathLst>
            </a:custGeom>
            <a:solidFill>
              <a:srgbClr val="EC806F"/>
            </a:solidFill>
            <a:ln cap="sq" cmpd="sng" w="28575">
              <a:solidFill>
                <a:srgbClr val="8D4B3F"/>
              </a:solidFill>
              <a:prstDash val="solid"/>
              <a:miter lim="8000"/>
              <a:headEnd len="sm" w="sm" type="none"/>
              <a:tailEnd len="sm" w="sm" type="none"/>
            </a:ln>
          </p:spPr>
        </p:sp>
        <p:sp>
          <p:nvSpPr>
            <p:cNvPr id="310" name="Google Shape;310;p15"/>
            <p:cNvSpPr txBox="1"/>
            <p:nvPr/>
          </p:nvSpPr>
          <p:spPr>
            <a:xfrm>
              <a:off x="0" y="-76200"/>
              <a:ext cx="1216133" cy="506389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34400" lIns="34400" spcFirstLastPara="1" rIns="34400" wrap="square" tIns="34400">
              <a:noAutofit/>
            </a:bodyPr>
            <a:lstStyle/>
            <a:p>
              <a:pPr indent="0" lvl="0" marL="0" marR="0" rtl="0" algn="ctr">
                <a:lnSpc>
                  <a:spcPct val="140105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1895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Read current Player</a:t>
              </a:r>
              <a:endParaRPr/>
            </a:p>
            <a:p>
              <a:pPr indent="0" lvl="0" marL="0" marR="0" rtl="0" algn="ctr">
                <a:lnSpc>
                  <a:spcPct val="140105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1895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Read cursor location</a:t>
              </a:r>
              <a:endParaRPr/>
            </a:p>
          </p:txBody>
        </p:sp>
      </p:grpSp>
      <p:cxnSp>
        <p:nvCxnSpPr>
          <p:cNvPr id="311" name="Google Shape;311;p15"/>
          <p:cNvCxnSpPr/>
          <p:nvPr/>
        </p:nvCxnSpPr>
        <p:spPr>
          <a:xfrm>
            <a:off x="11983420" y="4983359"/>
            <a:ext cx="21163" cy="744729"/>
          </a:xfrm>
          <a:prstGeom prst="straightConnector1">
            <a:avLst/>
          </a:prstGeom>
          <a:noFill/>
          <a:ln cap="flat" cmpd="sng" w="38100">
            <a:solidFill>
              <a:srgbClr val="8D4B3F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312" name="Google Shape;312;p15"/>
          <p:cNvCxnSpPr/>
          <p:nvPr/>
        </p:nvCxnSpPr>
        <p:spPr>
          <a:xfrm flipH="1">
            <a:off x="11990474" y="6592928"/>
            <a:ext cx="14108" cy="500133"/>
          </a:xfrm>
          <a:prstGeom prst="straightConnector1">
            <a:avLst/>
          </a:prstGeom>
          <a:noFill/>
          <a:ln cap="flat" cmpd="sng" w="38100">
            <a:solidFill>
              <a:srgbClr val="8D4B3F"/>
            </a:solidFill>
            <a:prstDash val="solid"/>
            <a:round/>
            <a:headEnd len="sm" w="sm" type="none"/>
            <a:tailEnd len="med" w="med" type="triangle"/>
          </a:ln>
        </p:spPr>
      </p:cxnSp>
      <p:grpSp>
        <p:nvGrpSpPr>
          <p:cNvPr id="313" name="Google Shape;313;p15"/>
          <p:cNvGrpSpPr/>
          <p:nvPr/>
        </p:nvGrpSpPr>
        <p:grpSpPr>
          <a:xfrm>
            <a:off x="10768032" y="6939871"/>
            <a:ext cx="2444885" cy="1307404"/>
            <a:chOff x="0" y="-76200"/>
            <a:chExt cx="1216133" cy="650328"/>
          </a:xfrm>
        </p:grpSpPr>
        <p:sp>
          <p:nvSpPr>
            <p:cNvPr id="314" name="Google Shape;314;p15"/>
            <p:cNvSpPr/>
            <p:nvPr/>
          </p:nvSpPr>
          <p:spPr>
            <a:xfrm>
              <a:off x="0" y="0"/>
              <a:ext cx="1216133" cy="574128"/>
            </a:xfrm>
            <a:custGeom>
              <a:rect b="b" l="l" r="r" t="t"/>
              <a:pathLst>
                <a:path extrusionOk="0" h="574128" w="1216133">
                  <a:moveTo>
                    <a:pt x="0" y="0"/>
                  </a:moveTo>
                  <a:lnTo>
                    <a:pt x="1216133" y="0"/>
                  </a:lnTo>
                  <a:lnTo>
                    <a:pt x="1216133" y="574128"/>
                  </a:lnTo>
                  <a:lnTo>
                    <a:pt x="0" y="574128"/>
                  </a:lnTo>
                  <a:close/>
                </a:path>
              </a:pathLst>
            </a:custGeom>
            <a:solidFill>
              <a:srgbClr val="EC806F"/>
            </a:solidFill>
            <a:ln cap="sq" cmpd="sng" w="28575">
              <a:solidFill>
                <a:srgbClr val="8D4B3F"/>
              </a:solidFill>
              <a:prstDash val="solid"/>
              <a:miter lim="8000"/>
              <a:headEnd len="sm" w="sm" type="none"/>
              <a:tailEnd len="sm" w="sm" type="none"/>
            </a:ln>
          </p:spPr>
        </p:sp>
        <p:sp>
          <p:nvSpPr>
            <p:cNvPr id="315" name="Google Shape;315;p15"/>
            <p:cNvSpPr txBox="1"/>
            <p:nvPr/>
          </p:nvSpPr>
          <p:spPr>
            <a:xfrm>
              <a:off x="0" y="-76200"/>
              <a:ext cx="1216133" cy="65032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34400" lIns="34400" spcFirstLastPara="1" rIns="34400" wrap="square" tIns="34400">
              <a:noAutofit/>
            </a:bodyPr>
            <a:lstStyle/>
            <a:p>
              <a:pPr indent="0" lvl="0" marL="0" marR="0" rtl="0" algn="ctr">
                <a:lnSpc>
                  <a:spcPct val="140105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1895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Close file</a:t>
              </a:r>
              <a:endParaRPr/>
            </a:p>
            <a:p>
              <a:pPr indent="0" lvl="0" marL="0" marR="0" rtl="0" algn="ctr">
                <a:lnSpc>
                  <a:spcPct val="140105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1895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filename = fname</a:t>
              </a:r>
              <a:endParaRPr/>
            </a:p>
            <a:p>
              <a:pPr indent="0" lvl="0" marL="0" marR="0" rtl="0" algn="ctr">
                <a:lnSpc>
                  <a:spcPct val="140105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1895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runGame()</a:t>
              </a:r>
              <a:endParaRPr/>
            </a:p>
          </p:txBody>
        </p:sp>
      </p:grpSp>
      <p:grpSp>
        <p:nvGrpSpPr>
          <p:cNvPr id="316" name="Google Shape;316;p15"/>
          <p:cNvGrpSpPr/>
          <p:nvPr/>
        </p:nvGrpSpPr>
        <p:grpSpPr>
          <a:xfrm>
            <a:off x="10963320" y="8616018"/>
            <a:ext cx="2054309" cy="764189"/>
            <a:chOff x="0" y="-76200"/>
            <a:chExt cx="1021853" cy="380122"/>
          </a:xfrm>
        </p:grpSpPr>
        <p:sp>
          <p:nvSpPr>
            <p:cNvPr id="317" name="Google Shape;317;p15"/>
            <p:cNvSpPr/>
            <p:nvPr/>
          </p:nvSpPr>
          <p:spPr>
            <a:xfrm>
              <a:off x="0" y="0"/>
              <a:ext cx="1021853" cy="303922"/>
            </a:xfrm>
            <a:custGeom>
              <a:rect b="b" l="l" r="r" t="t"/>
              <a:pathLst>
                <a:path extrusionOk="0" h="303922" w="1021853">
                  <a:moveTo>
                    <a:pt x="0" y="0"/>
                  </a:moveTo>
                  <a:lnTo>
                    <a:pt x="1021853" y="0"/>
                  </a:lnTo>
                  <a:lnTo>
                    <a:pt x="1021853" y="303922"/>
                  </a:lnTo>
                  <a:lnTo>
                    <a:pt x="0" y="303922"/>
                  </a:lnTo>
                  <a:close/>
                </a:path>
              </a:pathLst>
            </a:custGeom>
            <a:solidFill>
              <a:srgbClr val="EC806F"/>
            </a:solidFill>
            <a:ln cap="sq" cmpd="sng" w="28575">
              <a:solidFill>
                <a:srgbClr val="8D4B3F"/>
              </a:solidFill>
              <a:prstDash val="solid"/>
              <a:miter lim="8000"/>
              <a:headEnd len="sm" w="sm" type="none"/>
              <a:tailEnd len="sm" w="sm" type="none"/>
            </a:ln>
          </p:spPr>
        </p:sp>
        <p:sp>
          <p:nvSpPr>
            <p:cNvPr id="318" name="Google Shape;318;p15"/>
            <p:cNvSpPr txBox="1"/>
            <p:nvPr/>
          </p:nvSpPr>
          <p:spPr>
            <a:xfrm>
              <a:off x="0" y="-76200"/>
              <a:ext cx="1021853" cy="38012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34400" lIns="34400" spcFirstLastPara="1" rIns="34400" wrap="square" tIns="34400">
              <a:noAutofit/>
            </a:bodyPr>
            <a:lstStyle/>
            <a:p>
              <a:pPr indent="0" lvl="0" marL="0" marR="0" rtl="0" algn="ctr">
                <a:lnSpc>
                  <a:spcPct val="140105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1895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End loadGame</a:t>
              </a:r>
              <a:endParaRPr/>
            </a:p>
          </p:txBody>
        </p:sp>
      </p:grpSp>
      <p:cxnSp>
        <p:nvCxnSpPr>
          <p:cNvPr id="319" name="Google Shape;319;p15"/>
          <p:cNvCxnSpPr/>
          <p:nvPr/>
        </p:nvCxnSpPr>
        <p:spPr>
          <a:xfrm>
            <a:off x="11990474" y="8247274"/>
            <a:ext cx="0" cy="521934"/>
          </a:xfrm>
          <a:prstGeom prst="straightConnector1">
            <a:avLst/>
          </a:prstGeom>
          <a:noFill/>
          <a:ln cap="flat" cmpd="sng" w="38100">
            <a:solidFill>
              <a:srgbClr val="8D4B3F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320" name="Google Shape;320;p15"/>
          <p:cNvCxnSpPr/>
          <p:nvPr/>
        </p:nvCxnSpPr>
        <p:spPr>
          <a:xfrm>
            <a:off x="13212917" y="4309379"/>
            <a:ext cx="0" cy="3360789"/>
          </a:xfrm>
          <a:prstGeom prst="straightConnector1">
            <a:avLst/>
          </a:prstGeom>
          <a:noFill/>
          <a:ln cap="flat" cmpd="sng" w="28575">
            <a:solidFill>
              <a:srgbClr val="8D4B3F"/>
            </a:solidFill>
            <a:prstDash val="solid"/>
            <a:round/>
            <a:headEnd len="sm" w="sm" type="none"/>
            <a:tailEnd len="med" w="med" type="triangle"/>
          </a:ln>
        </p:spPr>
      </p:cxnSp>
      <p:grpSp>
        <p:nvGrpSpPr>
          <p:cNvPr id="321" name="Google Shape;321;p15"/>
          <p:cNvGrpSpPr/>
          <p:nvPr/>
        </p:nvGrpSpPr>
        <p:grpSpPr>
          <a:xfrm>
            <a:off x="421776" y="218192"/>
            <a:ext cx="8260089" cy="1592580"/>
            <a:chOff x="0" y="0"/>
            <a:chExt cx="5191621" cy="1000967"/>
          </a:xfrm>
        </p:grpSpPr>
        <p:sp>
          <p:nvSpPr>
            <p:cNvPr id="322" name="Google Shape;322;p15"/>
            <p:cNvSpPr/>
            <p:nvPr/>
          </p:nvSpPr>
          <p:spPr>
            <a:xfrm>
              <a:off x="80010" y="80010"/>
              <a:ext cx="5098911" cy="908257"/>
            </a:xfrm>
            <a:custGeom>
              <a:rect b="b" l="l" r="r" t="t"/>
              <a:pathLst>
                <a:path extrusionOk="0" h="908257" w="5098911">
                  <a:moveTo>
                    <a:pt x="0" y="853647"/>
                  </a:moveTo>
                  <a:lnTo>
                    <a:pt x="0" y="908257"/>
                  </a:lnTo>
                  <a:lnTo>
                    <a:pt x="5098911" y="908257"/>
                  </a:lnTo>
                  <a:lnTo>
                    <a:pt x="5098911" y="0"/>
                  </a:lnTo>
                  <a:lnTo>
                    <a:pt x="5044301" y="0"/>
                  </a:lnTo>
                  <a:lnTo>
                    <a:pt x="5044301" y="853647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</p:sp>
        <p:sp>
          <p:nvSpPr>
            <p:cNvPr id="323" name="Google Shape;323;p15"/>
            <p:cNvSpPr/>
            <p:nvPr/>
          </p:nvSpPr>
          <p:spPr>
            <a:xfrm>
              <a:off x="67310" y="67310"/>
              <a:ext cx="5124311" cy="933657"/>
            </a:xfrm>
            <a:custGeom>
              <a:rect b="b" l="l" r="r" t="t"/>
              <a:pathLst>
                <a:path extrusionOk="0" h="933657" w="5124311">
                  <a:moveTo>
                    <a:pt x="5057001" y="0"/>
                  </a:moveTo>
                  <a:lnTo>
                    <a:pt x="5057001" y="12700"/>
                  </a:lnTo>
                  <a:lnTo>
                    <a:pt x="5111611" y="12700"/>
                  </a:lnTo>
                  <a:lnTo>
                    <a:pt x="5111611" y="920957"/>
                  </a:lnTo>
                  <a:lnTo>
                    <a:pt x="12700" y="920957"/>
                  </a:lnTo>
                  <a:lnTo>
                    <a:pt x="12700" y="866347"/>
                  </a:lnTo>
                  <a:lnTo>
                    <a:pt x="0" y="866347"/>
                  </a:lnTo>
                  <a:lnTo>
                    <a:pt x="0" y="933657"/>
                  </a:lnTo>
                  <a:lnTo>
                    <a:pt x="5124311" y="933657"/>
                  </a:lnTo>
                  <a:lnTo>
                    <a:pt x="5124311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</p:sp>
        <p:sp>
          <p:nvSpPr>
            <p:cNvPr id="324" name="Google Shape;324;p15"/>
            <p:cNvSpPr/>
            <p:nvPr/>
          </p:nvSpPr>
          <p:spPr>
            <a:xfrm>
              <a:off x="12700" y="12700"/>
              <a:ext cx="5098911" cy="908257"/>
            </a:xfrm>
            <a:custGeom>
              <a:rect b="b" l="l" r="r" t="t"/>
              <a:pathLst>
                <a:path extrusionOk="0" h="908257" w="5098911">
                  <a:moveTo>
                    <a:pt x="0" y="0"/>
                  </a:moveTo>
                  <a:lnTo>
                    <a:pt x="5098911" y="0"/>
                  </a:lnTo>
                  <a:lnTo>
                    <a:pt x="5098911" y="908257"/>
                  </a:lnTo>
                  <a:lnTo>
                    <a:pt x="0" y="908257"/>
                  </a:lnTo>
                  <a:close/>
                </a:path>
              </a:pathLst>
            </a:custGeom>
            <a:solidFill>
              <a:srgbClr val="FF93D8"/>
            </a:solidFill>
            <a:ln>
              <a:noFill/>
            </a:ln>
          </p:spPr>
        </p:sp>
        <p:sp>
          <p:nvSpPr>
            <p:cNvPr id="325" name="Google Shape;325;p15"/>
            <p:cNvSpPr/>
            <p:nvPr/>
          </p:nvSpPr>
          <p:spPr>
            <a:xfrm>
              <a:off x="0" y="0"/>
              <a:ext cx="5124311" cy="933657"/>
            </a:xfrm>
            <a:custGeom>
              <a:rect b="b" l="l" r="r" t="t"/>
              <a:pathLst>
                <a:path extrusionOk="0" h="933657" w="5124311">
                  <a:moveTo>
                    <a:pt x="80010" y="933657"/>
                  </a:moveTo>
                  <a:lnTo>
                    <a:pt x="5124311" y="933657"/>
                  </a:lnTo>
                  <a:lnTo>
                    <a:pt x="5124311" y="80010"/>
                  </a:lnTo>
                  <a:lnTo>
                    <a:pt x="5124311" y="67310"/>
                  </a:lnTo>
                  <a:lnTo>
                    <a:pt x="5124311" y="0"/>
                  </a:lnTo>
                  <a:lnTo>
                    <a:pt x="0" y="0"/>
                  </a:lnTo>
                  <a:lnTo>
                    <a:pt x="0" y="933657"/>
                  </a:lnTo>
                  <a:lnTo>
                    <a:pt x="67310" y="933657"/>
                  </a:lnTo>
                  <a:lnTo>
                    <a:pt x="80010" y="933657"/>
                  </a:lnTo>
                  <a:close/>
                  <a:moveTo>
                    <a:pt x="12700" y="12700"/>
                  </a:moveTo>
                  <a:lnTo>
                    <a:pt x="5111611" y="12700"/>
                  </a:lnTo>
                  <a:lnTo>
                    <a:pt x="5111611" y="920957"/>
                  </a:lnTo>
                  <a:lnTo>
                    <a:pt x="12700" y="920957"/>
                  </a:lnTo>
                  <a:lnTo>
                    <a:pt x="12700" y="1270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</p:sp>
      </p:grpSp>
      <p:sp>
        <p:nvSpPr>
          <p:cNvPr id="326" name="Google Shape;326;p15"/>
          <p:cNvSpPr/>
          <p:nvPr/>
        </p:nvSpPr>
        <p:spPr>
          <a:xfrm>
            <a:off x="10184270" y="1777019"/>
            <a:ext cx="6775126" cy="7782906"/>
          </a:xfrm>
          <a:custGeom>
            <a:rect b="b" l="l" r="r" t="t"/>
            <a:pathLst>
              <a:path extrusionOk="0" h="7782906" w="6775126">
                <a:moveTo>
                  <a:pt x="0" y="0"/>
                </a:moveTo>
                <a:lnTo>
                  <a:pt x="6775126" y="0"/>
                </a:lnTo>
                <a:lnTo>
                  <a:pt x="6775126" y="7782906"/>
                </a:lnTo>
                <a:lnTo>
                  <a:pt x="0" y="7782906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-17381" l="0" r="0" t="-6310"/>
            </a:stretch>
          </a:blipFill>
          <a:ln>
            <a:noFill/>
          </a:ln>
        </p:spPr>
      </p:sp>
      <p:sp>
        <p:nvSpPr>
          <p:cNvPr id="327" name="Google Shape;327;p15"/>
          <p:cNvSpPr/>
          <p:nvPr/>
        </p:nvSpPr>
        <p:spPr>
          <a:xfrm>
            <a:off x="1549494" y="2799808"/>
            <a:ext cx="2467443" cy="6760117"/>
          </a:xfrm>
          <a:custGeom>
            <a:rect b="b" l="l" r="r" t="t"/>
            <a:pathLst>
              <a:path extrusionOk="0" h="6760117" w="2467443">
                <a:moveTo>
                  <a:pt x="0" y="0"/>
                </a:moveTo>
                <a:lnTo>
                  <a:pt x="2467443" y="0"/>
                </a:lnTo>
                <a:lnTo>
                  <a:pt x="2467443" y="6760117"/>
                </a:lnTo>
                <a:lnTo>
                  <a:pt x="0" y="6760117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328" name="Google Shape;328;p15"/>
          <p:cNvSpPr/>
          <p:nvPr/>
        </p:nvSpPr>
        <p:spPr>
          <a:xfrm>
            <a:off x="4460948" y="2799808"/>
            <a:ext cx="3253306" cy="6760117"/>
          </a:xfrm>
          <a:custGeom>
            <a:rect b="b" l="l" r="r" t="t"/>
            <a:pathLst>
              <a:path extrusionOk="0" h="6760117" w="3253306">
                <a:moveTo>
                  <a:pt x="0" y="0"/>
                </a:moveTo>
                <a:lnTo>
                  <a:pt x="3253306" y="0"/>
                </a:lnTo>
                <a:lnTo>
                  <a:pt x="3253306" y="6760117"/>
                </a:lnTo>
                <a:lnTo>
                  <a:pt x="0" y="6760117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329" name="Google Shape;329;p15"/>
          <p:cNvSpPr txBox="1"/>
          <p:nvPr/>
        </p:nvSpPr>
        <p:spPr>
          <a:xfrm>
            <a:off x="894095" y="422719"/>
            <a:ext cx="7315453" cy="118352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2000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6768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GAME FILES</a:t>
            </a:r>
            <a:endParaRPr/>
          </a:p>
        </p:txBody>
      </p:sp>
      <p:sp>
        <p:nvSpPr>
          <p:cNvPr id="330" name="Google Shape;330;p15"/>
          <p:cNvSpPr txBox="1"/>
          <p:nvPr/>
        </p:nvSpPr>
        <p:spPr>
          <a:xfrm>
            <a:off x="1892504" y="2037659"/>
            <a:ext cx="4731393" cy="76214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2001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4377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EXTREME</a:t>
            </a:r>
            <a:endParaRPr/>
          </a:p>
        </p:txBody>
      </p:sp>
      <p:sp>
        <p:nvSpPr>
          <p:cNvPr id="331" name="Google Shape;331;p15"/>
          <p:cNvSpPr txBox="1"/>
          <p:nvPr/>
        </p:nvSpPr>
        <p:spPr>
          <a:xfrm>
            <a:off x="11206136" y="783713"/>
            <a:ext cx="4731393" cy="76214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2001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4377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CLASSIC</a:t>
            </a:r>
            <a:endParaRPr/>
          </a:p>
        </p:txBody>
      </p:sp>
      <p:sp>
        <p:nvSpPr>
          <p:cNvPr id="332" name="Google Shape;332;p15"/>
          <p:cNvSpPr txBox="1"/>
          <p:nvPr/>
        </p:nvSpPr>
        <p:spPr>
          <a:xfrm>
            <a:off x="17259300" y="9210675"/>
            <a:ext cx="152400" cy="2000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000" u="none" cap="none" strike="noStrike">
                <a:solidFill>
                  <a:srgbClr val="000000"/>
                </a:solidFill>
                <a:latin typeface="Noto Sans"/>
                <a:ea typeface="Noto Sans"/>
                <a:cs typeface="Noto Sans"/>
                <a:sym typeface="Noto Sans"/>
              </a:rPr>
              <a:t>15</a:t>
            </a:r>
            <a:endParaRPr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6E3"/>
        </a:solidFill>
      </p:bgPr>
    </p:bg>
    <p:spTree>
      <p:nvGrpSpPr>
        <p:cNvPr id="336" name="Shape 3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37" name="Google Shape;337;p16"/>
          <p:cNvGrpSpPr/>
          <p:nvPr/>
        </p:nvGrpSpPr>
        <p:grpSpPr>
          <a:xfrm>
            <a:off x="1603805" y="6598985"/>
            <a:ext cx="4084213" cy="3153072"/>
            <a:chOff x="0" y="0"/>
            <a:chExt cx="10745120" cy="8295388"/>
          </a:xfrm>
        </p:grpSpPr>
        <p:sp>
          <p:nvSpPr>
            <p:cNvPr id="338" name="Google Shape;338;p16"/>
            <p:cNvSpPr/>
            <p:nvPr/>
          </p:nvSpPr>
          <p:spPr>
            <a:xfrm>
              <a:off x="72390" y="72390"/>
              <a:ext cx="10600341" cy="8150608"/>
            </a:xfrm>
            <a:custGeom>
              <a:rect b="b" l="l" r="r" t="t"/>
              <a:pathLst>
                <a:path extrusionOk="0" h="8150608" w="10600341">
                  <a:moveTo>
                    <a:pt x="0" y="0"/>
                  </a:moveTo>
                  <a:lnTo>
                    <a:pt x="10600341" y="0"/>
                  </a:lnTo>
                  <a:lnTo>
                    <a:pt x="10600341" y="8150608"/>
                  </a:lnTo>
                  <a:lnTo>
                    <a:pt x="0" y="815060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</p:sp>
        <p:sp>
          <p:nvSpPr>
            <p:cNvPr id="339" name="Google Shape;339;p16"/>
            <p:cNvSpPr/>
            <p:nvPr/>
          </p:nvSpPr>
          <p:spPr>
            <a:xfrm>
              <a:off x="0" y="0"/>
              <a:ext cx="10745120" cy="8295388"/>
            </a:xfrm>
            <a:custGeom>
              <a:rect b="b" l="l" r="r" t="t"/>
              <a:pathLst>
                <a:path extrusionOk="0" h="8295388" w="10745120">
                  <a:moveTo>
                    <a:pt x="10600341" y="8150608"/>
                  </a:moveTo>
                  <a:lnTo>
                    <a:pt x="10745120" y="8150608"/>
                  </a:lnTo>
                  <a:lnTo>
                    <a:pt x="10745120" y="8295388"/>
                  </a:lnTo>
                  <a:lnTo>
                    <a:pt x="10600341" y="8295388"/>
                  </a:lnTo>
                  <a:lnTo>
                    <a:pt x="10600341" y="8150608"/>
                  </a:lnTo>
                  <a:close/>
                  <a:moveTo>
                    <a:pt x="0" y="144780"/>
                  </a:moveTo>
                  <a:lnTo>
                    <a:pt x="144780" y="144780"/>
                  </a:lnTo>
                  <a:lnTo>
                    <a:pt x="144780" y="8150608"/>
                  </a:lnTo>
                  <a:lnTo>
                    <a:pt x="0" y="8150608"/>
                  </a:lnTo>
                  <a:lnTo>
                    <a:pt x="0" y="144780"/>
                  </a:lnTo>
                  <a:close/>
                  <a:moveTo>
                    <a:pt x="0" y="8150608"/>
                  </a:moveTo>
                  <a:lnTo>
                    <a:pt x="144780" y="8150608"/>
                  </a:lnTo>
                  <a:lnTo>
                    <a:pt x="144780" y="8295388"/>
                  </a:lnTo>
                  <a:lnTo>
                    <a:pt x="0" y="8295388"/>
                  </a:lnTo>
                  <a:lnTo>
                    <a:pt x="0" y="8150608"/>
                  </a:lnTo>
                  <a:close/>
                  <a:moveTo>
                    <a:pt x="10600341" y="144780"/>
                  </a:moveTo>
                  <a:lnTo>
                    <a:pt x="10745120" y="144780"/>
                  </a:lnTo>
                  <a:lnTo>
                    <a:pt x="10745120" y="8150608"/>
                  </a:lnTo>
                  <a:lnTo>
                    <a:pt x="10600341" y="8150608"/>
                  </a:lnTo>
                  <a:lnTo>
                    <a:pt x="10600341" y="144780"/>
                  </a:lnTo>
                  <a:close/>
                  <a:moveTo>
                    <a:pt x="144780" y="8150608"/>
                  </a:moveTo>
                  <a:lnTo>
                    <a:pt x="10600341" y="8150608"/>
                  </a:lnTo>
                  <a:lnTo>
                    <a:pt x="10600341" y="8295388"/>
                  </a:lnTo>
                  <a:lnTo>
                    <a:pt x="144780" y="8295388"/>
                  </a:lnTo>
                  <a:lnTo>
                    <a:pt x="144780" y="8150608"/>
                  </a:lnTo>
                  <a:close/>
                  <a:moveTo>
                    <a:pt x="10600341" y="0"/>
                  </a:moveTo>
                  <a:lnTo>
                    <a:pt x="10745120" y="0"/>
                  </a:lnTo>
                  <a:lnTo>
                    <a:pt x="10745120" y="144780"/>
                  </a:lnTo>
                  <a:lnTo>
                    <a:pt x="10600341" y="144780"/>
                  </a:lnTo>
                  <a:lnTo>
                    <a:pt x="10600341" y="0"/>
                  </a:lnTo>
                  <a:close/>
                  <a:moveTo>
                    <a:pt x="0" y="0"/>
                  </a:moveTo>
                  <a:lnTo>
                    <a:pt x="144780" y="0"/>
                  </a:lnTo>
                  <a:lnTo>
                    <a:pt x="144780" y="144780"/>
                  </a:lnTo>
                  <a:lnTo>
                    <a:pt x="0" y="144780"/>
                  </a:lnTo>
                  <a:lnTo>
                    <a:pt x="0" y="0"/>
                  </a:lnTo>
                  <a:close/>
                  <a:moveTo>
                    <a:pt x="144780" y="0"/>
                  </a:moveTo>
                  <a:lnTo>
                    <a:pt x="10600341" y="0"/>
                  </a:lnTo>
                  <a:lnTo>
                    <a:pt x="10600341" y="144780"/>
                  </a:lnTo>
                  <a:lnTo>
                    <a:pt x="144780" y="144780"/>
                  </a:lnTo>
                  <a:lnTo>
                    <a:pt x="144780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</p:sp>
      </p:grpSp>
      <p:grpSp>
        <p:nvGrpSpPr>
          <p:cNvPr id="340" name="Google Shape;340;p16"/>
          <p:cNvGrpSpPr/>
          <p:nvPr/>
        </p:nvGrpSpPr>
        <p:grpSpPr>
          <a:xfrm>
            <a:off x="1351926" y="525599"/>
            <a:ext cx="15584148" cy="1698913"/>
            <a:chOff x="0" y="0"/>
            <a:chExt cx="9181877" cy="1000967"/>
          </a:xfrm>
        </p:grpSpPr>
        <p:sp>
          <p:nvSpPr>
            <p:cNvPr id="341" name="Google Shape;341;p16"/>
            <p:cNvSpPr/>
            <p:nvPr/>
          </p:nvSpPr>
          <p:spPr>
            <a:xfrm>
              <a:off x="80010" y="80010"/>
              <a:ext cx="9089167" cy="908257"/>
            </a:xfrm>
            <a:custGeom>
              <a:rect b="b" l="l" r="r" t="t"/>
              <a:pathLst>
                <a:path extrusionOk="0" h="908257" w="9089167">
                  <a:moveTo>
                    <a:pt x="0" y="853647"/>
                  </a:moveTo>
                  <a:lnTo>
                    <a:pt x="0" y="908257"/>
                  </a:lnTo>
                  <a:lnTo>
                    <a:pt x="9089167" y="908257"/>
                  </a:lnTo>
                  <a:lnTo>
                    <a:pt x="9089167" y="0"/>
                  </a:lnTo>
                  <a:lnTo>
                    <a:pt x="9034557" y="0"/>
                  </a:lnTo>
                  <a:lnTo>
                    <a:pt x="9034557" y="853647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</p:sp>
        <p:sp>
          <p:nvSpPr>
            <p:cNvPr id="342" name="Google Shape;342;p16"/>
            <p:cNvSpPr/>
            <p:nvPr/>
          </p:nvSpPr>
          <p:spPr>
            <a:xfrm>
              <a:off x="67310" y="67310"/>
              <a:ext cx="9114567" cy="933657"/>
            </a:xfrm>
            <a:custGeom>
              <a:rect b="b" l="l" r="r" t="t"/>
              <a:pathLst>
                <a:path extrusionOk="0" h="933657" w="9114567">
                  <a:moveTo>
                    <a:pt x="9047257" y="0"/>
                  </a:moveTo>
                  <a:lnTo>
                    <a:pt x="9047257" y="12700"/>
                  </a:lnTo>
                  <a:lnTo>
                    <a:pt x="9101867" y="12700"/>
                  </a:lnTo>
                  <a:lnTo>
                    <a:pt x="9101867" y="920957"/>
                  </a:lnTo>
                  <a:lnTo>
                    <a:pt x="12700" y="920957"/>
                  </a:lnTo>
                  <a:lnTo>
                    <a:pt x="12700" y="866347"/>
                  </a:lnTo>
                  <a:lnTo>
                    <a:pt x="0" y="866347"/>
                  </a:lnTo>
                  <a:lnTo>
                    <a:pt x="0" y="933657"/>
                  </a:lnTo>
                  <a:lnTo>
                    <a:pt x="9114567" y="933657"/>
                  </a:lnTo>
                  <a:lnTo>
                    <a:pt x="9114567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</p:sp>
        <p:sp>
          <p:nvSpPr>
            <p:cNvPr id="343" name="Google Shape;343;p16"/>
            <p:cNvSpPr/>
            <p:nvPr/>
          </p:nvSpPr>
          <p:spPr>
            <a:xfrm>
              <a:off x="12700" y="12700"/>
              <a:ext cx="9089167" cy="908257"/>
            </a:xfrm>
            <a:custGeom>
              <a:rect b="b" l="l" r="r" t="t"/>
              <a:pathLst>
                <a:path extrusionOk="0" h="908257" w="9089167">
                  <a:moveTo>
                    <a:pt x="0" y="0"/>
                  </a:moveTo>
                  <a:lnTo>
                    <a:pt x="9089167" y="0"/>
                  </a:lnTo>
                  <a:lnTo>
                    <a:pt x="9089167" y="908257"/>
                  </a:lnTo>
                  <a:lnTo>
                    <a:pt x="0" y="908257"/>
                  </a:lnTo>
                  <a:close/>
                </a:path>
              </a:pathLst>
            </a:custGeom>
            <a:solidFill>
              <a:srgbClr val="FF93D8"/>
            </a:solidFill>
            <a:ln>
              <a:noFill/>
            </a:ln>
          </p:spPr>
        </p:sp>
        <p:sp>
          <p:nvSpPr>
            <p:cNvPr id="344" name="Google Shape;344;p16"/>
            <p:cNvSpPr/>
            <p:nvPr/>
          </p:nvSpPr>
          <p:spPr>
            <a:xfrm>
              <a:off x="0" y="0"/>
              <a:ext cx="9114567" cy="933657"/>
            </a:xfrm>
            <a:custGeom>
              <a:rect b="b" l="l" r="r" t="t"/>
              <a:pathLst>
                <a:path extrusionOk="0" h="933657" w="9114567">
                  <a:moveTo>
                    <a:pt x="80010" y="933657"/>
                  </a:moveTo>
                  <a:lnTo>
                    <a:pt x="9114567" y="933657"/>
                  </a:lnTo>
                  <a:lnTo>
                    <a:pt x="9114567" y="80010"/>
                  </a:lnTo>
                  <a:lnTo>
                    <a:pt x="9114567" y="67310"/>
                  </a:lnTo>
                  <a:lnTo>
                    <a:pt x="9114567" y="0"/>
                  </a:lnTo>
                  <a:lnTo>
                    <a:pt x="0" y="0"/>
                  </a:lnTo>
                  <a:lnTo>
                    <a:pt x="0" y="933657"/>
                  </a:lnTo>
                  <a:lnTo>
                    <a:pt x="67310" y="933657"/>
                  </a:lnTo>
                  <a:lnTo>
                    <a:pt x="80010" y="933657"/>
                  </a:lnTo>
                  <a:close/>
                  <a:moveTo>
                    <a:pt x="12700" y="12700"/>
                  </a:moveTo>
                  <a:lnTo>
                    <a:pt x="9101867" y="12700"/>
                  </a:lnTo>
                  <a:lnTo>
                    <a:pt x="9101867" y="920957"/>
                  </a:lnTo>
                  <a:lnTo>
                    <a:pt x="12700" y="920957"/>
                  </a:lnTo>
                  <a:lnTo>
                    <a:pt x="12700" y="1270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</p:sp>
      </p:grpSp>
      <p:sp>
        <p:nvSpPr>
          <p:cNvPr id="345" name="Google Shape;345;p16"/>
          <p:cNvSpPr/>
          <p:nvPr/>
        </p:nvSpPr>
        <p:spPr>
          <a:xfrm>
            <a:off x="11946714" y="2657330"/>
            <a:ext cx="5789097" cy="3514069"/>
          </a:xfrm>
          <a:custGeom>
            <a:rect b="b" l="l" r="r" t="t"/>
            <a:pathLst>
              <a:path extrusionOk="0" h="3514069" w="5789097">
                <a:moveTo>
                  <a:pt x="0" y="0"/>
                </a:moveTo>
                <a:lnTo>
                  <a:pt x="5789097" y="0"/>
                </a:lnTo>
                <a:lnTo>
                  <a:pt x="5789097" y="3514069"/>
                </a:lnTo>
                <a:lnTo>
                  <a:pt x="0" y="3514069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-40208" l="-50549" r="-44713" t="-40731"/>
            </a:stretch>
          </a:blipFill>
          <a:ln>
            <a:noFill/>
          </a:ln>
        </p:spPr>
      </p:sp>
      <p:grpSp>
        <p:nvGrpSpPr>
          <p:cNvPr id="346" name="Google Shape;346;p16"/>
          <p:cNvGrpSpPr/>
          <p:nvPr/>
        </p:nvGrpSpPr>
        <p:grpSpPr>
          <a:xfrm>
            <a:off x="6667492" y="6598985"/>
            <a:ext cx="4523902" cy="3153072"/>
            <a:chOff x="0" y="0"/>
            <a:chExt cx="11901893" cy="8295388"/>
          </a:xfrm>
        </p:grpSpPr>
        <p:sp>
          <p:nvSpPr>
            <p:cNvPr id="347" name="Google Shape;347;p16"/>
            <p:cNvSpPr/>
            <p:nvPr/>
          </p:nvSpPr>
          <p:spPr>
            <a:xfrm>
              <a:off x="72390" y="72390"/>
              <a:ext cx="11757113" cy="8150608"/>
            </a:xfrm>
            <a:custGeom>
              <a:rect b="b" l="l" r="r" t="t"/>
              <a:pathLst>
                <a:path extrusionOk="0" h="8150608" w="11757113">
                  <a:moveTo>
                    <a:pt x="0" y="0"/>
                  </a:moveTo>
                  <a:lnTo>
                    <a:pt x="11757113" y="0"/>
                  </a:lnTo>
                  <a:lnTo>
                    <a:pt x="11757113" y="8150608"/>
                  </a:lnTo>
                  <a:lnTo>
                    <a:pt x="0" y="815060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</p:sp>
        <p:sp>
          <p:nvSpPr>
            <p:cNvPr id="348" name="Google Shape;348;p16"/>
            <p:cNvSpPr/>
            <p:nvPr/>
          </p:nvSpPr>
          <p:spPr>
            <a:xfrm>
              <a:off x="0" y="0"/>
              <a:ext cx="11901893" cy="8295388"/>
            </a:xfrm>
            <a:custGeom>
              <a:rect b="b" l="l" r="r" t="t"/>
              <a:pathLst>
                <a:path extrusionOk="0" h="8295388" w="11901893">
                  <a:moveTo>
                    <a:pt x="11757113" y="8150608"/>
                  </a:moveTo>
                  <a:lnTo>
                    <a:pt x="11901893" y="8150608"/>
                  </a:lnTo>
                  <a:lnTo>
                    <a:pt x="11901893" y="8295388"/>
                  </a:lnTo>
                  <a:lnTo>
                    <a:pt x="11757113" y="8295388"/>
                  </a:lnTo>
                  <a:lnTo>
                    <a:pt x="11757113" y="8150608"/>
                  </a:lnTo>
                  <a:close/>
                  <a:moveTo>
                    <a:pt x="0" y="144780"/>
                  </a:moveTo>
                  <a:lnTo>
                    <a:pt x="144780" y="144780"/>
                  </a:lnTo>
                  <a:lnTo>
                    <a:pt x="144780" y="8150608"/>
                  </a:lnTo>
                  <a:lnTo>
                    <a:pt x="0" y="8150608"/>
                  </a:lnTo>
                  <a:lnTo>
                    <a:pt x="0" y="144780"/>
                  </a:lnTo>
                  <a:close/>
                  <a:moveTo>
                    <a:pt x="0" y="8150608"/>
                  </a:moveTo>
                  <a:lnTo>
                    <a:pt x="144780" y="8150608"/>
                  </a:lnTo>
                  <a:lnTo>
                    <a:pt x="144780" y="8295388"/>
                  </a:lnTo>
                  <a:lnTo>
                    <a:pt x="0" y="8295388"/>
                  </a:lnTo>
                  <a:lnTo>
                    <a:pt x="0" y="8150608"/>
                  </a:lnTo>
                  <a:close/>
                  <a:moveTo>
                    <a:pt x="11757113" y="144780"/>
                  </a:moveTo>
                  <a:lnTo>
                    <a:pt x="11901893" y="144780"/>
                  </a:lnTo>
                  <a:lnTo>
                    <a:pt x="11901893" y="8150608"/>
                  </a:lnTo>
                  <a:lnTo>
                    <a:pt x="11757113" y="8150608"/>
                  </a:lnTo>
                  <a:lnTo>
                    <a:pt x="11757113" y="144780"/>
                  </a:lnTo>
                  <a:close/>
                  <a:moveTo>
                    <a:pt x="144780" y="8150608"/>
                  </a:moveTo>
                  <a:lnTo>
                    <a:pt x="11757113" y="8150608"/>
                  </a:lnTo>
                  <a:lnTo>
                    <a:pt x="11757113" y="8295388"/>
                  </a:lnTo>
                  <a:lnTo>
                    <a:pt x="144780" y="8295388"/>
                  </a:lnTo>
                  <a:lnTo>
                    <a:pt x="144780" y="8150608"/>
                  </a:lnTo>
                  <a:close/>
                  <a:moveTo>
                    <a:pt x="11757113" y="0"/>
                  </a:moveTo>
                  <a:lnTo>
                    <a:pt x="11901893" y="0"/>
                  </a:lnTo>
                  <a:lnTo>
                    <a:pt x="11901893" y="144780"/>
                  </a:lnTo>
                  <a:lnTo>
                    <a:pt x="11757113" y="144780"/>
                  </a:lnTo>
                  <a:lnTo>
                    <a:pt x="11757113" y="0"/>
                  </a:lnTo>
                  <a:close/>
                  <a:moveTo>
                    <a:pt x="0" y="0"/>
                  </a:moveTo>
                  <a:lnTo>
                    <a:pt x="144780" y="0"/>
                  </a:lnTo>
                  <a:lnTo>
                    <a:pt x="144780" y="144780"/>
                  </a:lnTo>
                  <a:lnTo>
                    <a:pt x="0" y="144780"/>
                  </a:lnTo>
                  <a:lnTo>
                    <a:pt x="0" y="0"/>
                  </a:lnTo>
                  <a:close/>
                  <a:moveTo>
                    <a:pt x="144780" y="0"/>
                  </a:moveTo>
                  <a:lnTo>
                    <a:pt x="11757113" y="0"/>
                  </a:lnTo>
                  <a:lnTo>
                    <a:pt x="11757113" y="144780"/>
                  </a:lnTo>
                  <a:lnTo>
                    <a:pt x="144780" y="144780"/>
                  </a:lnTo>
                  <a:lnTo>
                    <a:pt x="144780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</p:sp>
      </p:grpSp>
      <p:grpSp>
        <p:nvGrpSpPr>
          <p:cNvPr id="349" name="Google Shape;349;p16"/>
          <p:cNvGrpSpPr/>
          <p:nvPr/>
        </p:nvGrpSpPr>
        <p:grpSpPr>
          <a:xfrm>
            <a:off x="12248999" y="6598985"/>
            <a:ext cx="5184527" cy="3153072"/>
            <a:chOff x="0" y="0"/>
            <a:chExt cx="14850352" cy="9031533"/>
          </a:xfrm>
        </p:grpSpPr>
        <p:sp>
          <p:nvSpPr>
            <p:cNvPr id="350" name="Google Shape;350;p16"/>
            <p:cNvSpPr/>
            <p:nvPr/>
          </p:nvSpPr>
          <p:spPr>
            <a:xfrm>
              <a:off x="72390" y="72390"/>
              <a:ext cx="14705573" cy="8886753"/>
            </a:xfrm>
            <a:custGeom>
              <a:rect b="b" l="l" r="r" t="t"/>
              <a:pathLst>
                <a:path extrusionOk="0" h="8886753" w="14705573">
                  <a:moveTo>
                    <a:pt x="0" y="0"/>
                  </a:moveTo>
                  <a:lnTo>
                    <a:pt x="14705573" y="0"/>
                  </a:lnTo>
                  <a:lnTo>
                    <a:pt x="14705573" y="8886753"/>
                  </a:lnTo>
                  <a:lnTo>
                    <a:pt x="0" y="888675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</p:sp>
        <p:sp>
          <p:nvSpPr>
            <p:cNvPr id="351" name="Google Shape;351;p16"/>
            <p:cNvSpPr/>
            <p:nvPr/>
          </p:nvSpPr>
          <p:spPr>
            <a:xfrm>
              <a:off x="0" y="0"/>
              <a:ext cx="14850352" cy="9031533"/>
            </a:xfrm>
            <a:custGeom>
              <a:rect b="b" l="l" r="r" t="t"/>
              <a:pathLst>
                <a:path extrusionOk="0" h="9031533" w="14850352">
                  <a:moveTo>
                    <a:pt x="14705572" y="8886753"/>
                  </a:moveTo>
                  <a:lnTo>
                    <a:pt x="14850352" y="8886753"/>
                  </a:lnTo>
                  <a:lnTo>
                    <a:pt x="14850352" y="9031533"/>
                  </a:lnTo>
                  <a:lnTo>
                    <a:pt x="14705572" y="9031533"/>
                  </a:lnTo>
                  <a:lnTo>
                    <a:pt x="14705572" y="8886753"/>
                  </a:lnTo>
                  <a:close/>
                  <a:moveTo>
                    <a:pt x="0" y="144780"/>
                  </a:moveTo>
                  <a:lnTo>
                    <a:pt x="144780" y="144780"/>
                  </a:lnTo>
                  <a:lnTo>
                    <a:pt x="144780" y="8886753"/>
                  </a:lnTo>
                  <a:lnTo>
                    <a:pt x="0" y="8886753"/>
                  </a:lnTo>
                  <a:lnTo>
                    <a:pt x="0" y="144780"/>
                  </a:lnTo>
                  <a:close/>
                  <a:moveTo>
                    <a:pt x="0" y="8886753"/>
                  </a:moveTo>
                  <a:lnTo>
                    <a:pt x="144780" y="8886753"/>
                  </a:lnTo>
                  <a:lnTo>
                    <a:pt x="144780" y="9031533"/>
                  </a:lnTo>
                  <a:lnTo>
                    <a:pt x="0" y="9031533"/>
                  </a:lnTo>
                  <a:lnTo>
                    <a:pt x="0" y="8886753"/>
                  </a:lnTo>
                  <a:close/>
                  <a:moveTo>
                    <a:pt x="14705572" y="144780"/>
                  </a:moveTo>
                  <a:lnTo>
                    <a:pt x="14850352" y="144780"/>
                  </a:lnTo>
                  <a:lnTo>
                    <a:pt x="14850352" y="8886753"/>
                  </a:lnTo>
                  <a:lnTo>
                    <a:pt x="14705572" y="8886753"/>
                  </a:lnTo>
                  <a:lnTo>
                    <a:pt x="14705572" y="144780"/>
                  </a:lnTo>
                  <a:close/>
                  <a:moveTo>
                    <a:pt x="144780" y="8886753"/>
                  </a:moveTo>
                  <a:lnTo>
                    <a:pt x="14705572" y="8886753"/>
                  </a:lnTo>
                  <a:lnTo>
                    <a:pt x="14705572" y="9031533"/>
                  </a:lnTo>
                  <a:lnTo>
                    <a:pt x="144780" y="9031533"/>
                  </a:lnTo>
                  <a:lnTo>
                    <a:pt x="144780" y="8886753"/>
                  </a:lnTo>
                  <a:close/>
                  <a:moveTo>
                    <a:pt x="14705572" y="0"/>
                  </a:moveTo>
                  <a:lnTo>
                    <a:pt x="14850352" y="0"/>
                  </a:lnTo>
                  <a:lnTo>
                    <a:pt x="14850352" y="144780"/>
                  </a:lnTo>
                  <a:lnTo>
                    <a:pt x="14705572" y="144780"/>
                  </a:lnTo>
                  <a:lnTo>
                    <a:pt x="14705572" y="0"/>
                  </a:lnTo>
                  <a:close/>
                  <a:moveTo>
                    <a:pt x="0" y="0"/>
                  </a:moveTo>
                  <a:lnTo>
                    <a:pt x="144780" y="0"/>
                  </a:lnTo>
                  <a:lnTo>
                    <a:pt x="144780" y="144780"/>
                  </a:lnTo>
                  <a:lnTo>
                    <a:pt x="0" y="144780"/>
                  </a:lnTo>
                  <a:lnTo>
                    <a:pt x="0" y="0"/>
                  </a:lnTo>
                  <a:close/>
                  <a:moveTo>
                    <a:pt x="144780" y="0"/>
                  </a:moveTo>
                  <a:lnTo>
                    <a:pt x="14705572" y="0"/>
                  </a:lnTo>
                  <a:lnTo>
                    <a:pt x="14705572" y="144780"/>
                  </a:lnTo>
                  <a:lnTo>
                    <a:pt x="144780" y="144780"/>
                  </a:lnTo>
                  <a:lnTo>
                    <a:pt x="144780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</p:sp>
      </p:grpSp>
      <p:sp>
        <p:nvSpPr>
          <p:cNvPr id="352" name="Google Shape;352;p16"/>
          <p:cNvSpPr/>
          <p:nvPr/>
        </p:nvSpPr>
        <p:spPr>
          <a:xfrm>
            <a:off x="1472098" y="2570280"/>
            <a:ext cx="4154685" cy="3869180"/>
          </a:xfrm>
          <a:custGeom>
            <a:rect b="b" l="l" r="r" t="t"/>
            <a:pathLst>
              <a:path extrusionOk="0" h="3869180" w="4154685">
                <a:moveTo>
                  <a:pt x="0" y="0"/>
                </a:moveTo>
                <a:lnTo>
                  <a:pt x="4154685" y="0"/>
                </a:lnTo>
                <a:lnTo>
                  <a:pt x="4154685" y="3869180"/>
                </a:lnTo>
                <a:lnTo>
                  <a:pt x="0" y="386918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-49029" l="-96606" r="-95945" t="-27677"/>
            </a:stretch>
          </a:blipFill>
          <a:ln>
            <a:noFill/>
          </a:ln>
        </p:spPr>
      </p:sp>
      <p:sp>
        <p:nvSpPr>
          <p:cNvPr id="353" name="Google Shape;353;p16"/>
          <p:cNvSpPr/>
          <p:nvPr/>
        </p:nvSpPr>
        <p:spPr>
          <a:xfrm>
            <a:off x="6578224" y="2657330"/>
            <a:ext cx="4470840" cy="3764119"/>
          </a:xfrm>
          <a:custGeom>
            <a:rect b="b" l="l" r="r" t="t"/>
            <a:pathLst>
              <a:path extrusionOk="0" h="3764119" w="4470840">
                <a:moveTo>
                  <a:pt x="0" y="0"/>
                </a:moveTo>
                <a:lnTo>
                  <a:pt x="4470840" y="0"/>
                </a:lnTo>
                <a:lnTo>
                  <a:pt x="4470840" y="3764119"/>
                </a:lnTo>
                <a:lnTo>
                  <a:pt x="0" y="3764119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 b="-54550" l="-90223" r="-91188" t="-33469"/>
            </a:stretch>
          </a:blipFill>
          <a:ln>
            <a:noFill/>
          </a:ln>
        </p:spPr>
      </p:sp>
      <p:grpSp>
        <p:nvGrpSpPr>
          <p:cNvPr id="354" name="Google Shape;354;p16"/>
          <p:cNvGrpSpPr/>
          <p:nvPr/>
        </p:nvGrpSpPr>
        <p:grpSpPr>
          <a:xfrm>
            <a:off x="5345776" y="3709386"/>
            <a:ext cx="1321716" cy="1447800"/>
            <a:chOff x="0" y="0"/>
            <a:chExt cx="742016" cy="812800"/>
          </a:xfrm>
        </p:grpSpPr>
        <p:sp>
          <p:nvSpPr>
            <p:cNvPr id="355" name="Google Shape;355;p16"/>
            <p:cNvSpPr/>
            <p:nvPr/>
          </p:nvSpPr>
          <p:spPr>
            <a:xfrm>
              <a:off x="0" y="0"/>
              <a:ext cx="742016" cy="812800"/>
            </a:xfrm>
            <a:custGeom>
              <a:rect b="b" l="l" r="r" t="t"/>
              <a:pathLst>
                <a:path extrusionOk="0" h="812800" w="742016">
                  <a:moveTo>
                    <a:pt x="742016" y="406400"/>
                  </a:moveTo>
                  <a:lnTo>
                    <a:pt x="335616" y="0"/>
                  </a:lnTo>
                  <a:lnTo>
                    <a:pt x="335616" y="203200"/>
                  </a:lnTo>
                  <a:lnTo>
                    <a:pt x="0" y="203200"/>
                  </a:lnTo>
                  <a:lnTo>
                    <a:pt x="0" y="609600"/>
                  </a:lnTo>
                  <a:lnTo>
                    <a:pt x="335616" y="609600"/>
                  </a:lnTo>
                  <a:lnTo>
                    <a:pt x="335616" y="812800"/>
                  </a:lnTo>
                  <a:lnTo>
                    <a:pt x="742016" y="406400"/>
                  </a:lnTo>
                  <a:close/>
                </a:path>
              </a:pathLst>
            </a:custGeom>
            <a:solidFill>
              <a:srgbClr val="E47B68"/>
            </a:solidFill>
            <a:ln>
              <a:noFill/>
            </a:ln>
          </p:spPr>
        </p:sp>
        <p:sp>
          <p:nvSpPr>
            <p:cNvPr id="356" name="Google Shape;356;p16"/>
            <p:cNvSpPr txBox="1"/>
            <p:nvPr/>
          </p:nvSpPr>
          <p:spPr>
            <a:xfrm>
              <a:off x="0" y="165100"/>
              <a:ext cx="640416" cy="444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357" name="Google Shape;357;p16"/>
          <p:cNvGrpSpPr/>
          <p:nvPr/>
        </p:nvGrpSpPr>
        <p:grpSpPr>
          <a:xfrm>
            <a:off x="10728323" y="3780970"/>
            <a:ext cx="1218391" cy="1447800"/>
            <a:chOff x="0" y="0"/>
            <a:chExt cx="684009" cy="812800"/>
          </a:xfrm>
        </p:grpSpPr>
        <p:sp>
          <p:nvSpPr>
            <p:cNvPr id="358" name="Google Shape;358;p16"/>
            <p:cNvSpPr/>
            <p:nvPr/>
          </p:nvSpPr>
          <p:spPr>
            <a:xfrm>
              <a:off x="0" y="0"/>
              <a:ext cx="684009" cy="812800"/>
            </a:xfrm>
            <a:custGeom>
              <a:rect b="b" l="l" r="r" t="t"/>
              <a:pathLst>
                <a:path extrusionOk="0" h="812800" w="684009">
                  <a:moveTo>
                    <a:pt x="684009" y="406400"/>
                  </a:moveTo>
                  <a:lnTo>
                    <a:pt x="277609" y="0"/>
                  </a:lnTo>
                  <a:lnTo>
                    <a:pt x="277609" y="203200"/>
                  </a:lnTo>
                  <a:lnTo>
                    <a:pt x="0" y="203200"/>
                  </a:lnTo>
                  <a:lnTo>
                    <a:pt x="0" y="609600"/>
                  </a:lnTo>
                  <a:lnTo>
                    <a:pt x="277609" y="609600"/>
                  </a:lnTo>
                  <a:lnTo>
                    <a:pt x="277609" y="812800"/>
                  </a:lnTo>
                  <a:lnTo>
                    <a:pt x="684009" y="406400"/>
                  </a:lnTo>
                  <a:close/>
                </a:path>
              </a:pathLst>
            </a:custGeom>
            <a:solidFill>
              <a:srgbClr val="E47B68"/>
            </a:solidFill>
            <a:ln>
              <a:noFill/>
            </a:ln>
          </p:spPr>
        </p:sp>
        <p:sp>
          <p:nvSpPr>
            <p:cNvPr id="359" name="Google Shape;359;p16"/>
            <p:cNvSpPr txBox="1"/>
            <p:nvPr/>
          </p:nvSpPr>
          <p:spPr>
            <a:xfrm>
              <a:off x="0" y="165100"/>
              <a:ext cx="582409" cy="444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360" name="Google Shape;360;p16"/>
          <p:cNvSpPr txBox="1"/>
          <p:nvPr/>
        </p:nvSpPr>
        <p:spPr>
          <a:xfrm>
            <a:off x="1934214" y="6694531"/>
            <a:ext cx="3197096" cy="27717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500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999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Cho phép chọn chế độ chơi sau khi nhấn new game </a:t>
            </a:r>
            <a:endParaRPr/>
          </a:p>
        </p:txBody>
      </p:sp>
      <p:sp>
        <p:nvSpPr>
          <p:cNvPr id="361" name="Google Shape;361;p16"/>
          <p:cNvSpPr txBox="1"/>
          <p:nvPr/>
        </p:nvSpPr>
        <p:spPr>
          <a:xfrm>
            <a:off x="2419032" y="684706"/>
            <a:ext cx="13501097" cy="13049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2002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7501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GAMETYPE &amp; GAMEMODE</a:t>
            </a:r>
            <a:endParaRPr/>
          </a:p>
        </p:txBody>
      </p:sp>
      <p:sp>
        <p:nvSpPr>
          <p:cNvPr id="362" name="Google Shape;362;p16"/>
          <p:cNvSpPr txBox="1"/>
          <p:nvPr/>
        </p:nvSpPr>
        <p:spPr>
          <a:xfrm>
            <a:off x="6857134" y="6945324"/>
            <a:ext cx="4288640" cy="2095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500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999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Cho phép chọn chế độ chơi với người hay với máy</a:t>
            </a:r>
            <a:endParaRPr/>
          </a:p>
        </p:txBody>
      </p:sp>
      <p:sp>
        <p:nvSpPr>
          <p:cNvPr id="363" name="Google Shape;363;p16"/>
          <p:cNvSpPr txBox="1"/>
          <p:nvPr/>
        </p:nvSpPr>
        <p:spPr>
          <a:xfrm>
            <a:off x="12583032" y="7141838"/>
            <a:ext cx="4076794" cy="194354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501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673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Cho phép người dùng nhập tên (không quá 20 ký tự)</a:t>
            </a:r>
            <a:endParaRPr/>
          </a:p>
        </p:txBody>
      </p:sp>
      <p:sp>
        <p:nvSpPr>
          <p:cNvPr id="364" name="Google Shape;364;p16"/>
          <p:cNvSpPr txBox="1"/>
          <p:nvPr/>
        </p:nvSpPr>
        <p:spPr>
          <a:xfrm>
            <a:off x="17590555" y="9553619"/>
            <a:ext cx="152400" cy="2000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000" u="none" cap="none" strike="noStrike">
                <a:solidFill>
                  <a:srgbClr val="000000"/>
                </a:solidFill>
                <a:latin typeface="Noto Sans"/>
                <a:ea typeface="Noto Sans"/>
                <a:cs typeface="Noto Sans"/>
                <a:sym typeface="Noto Sans"/>
              </a:rPr>
              <a:t>16</a:t>
            </a:r>
            <a:endParaRPr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68" name="Shape 3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A diagram of a computer&#10;&#10;AI-generated content may be incorrect." id="369" name="Google Shape;369;p1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143" y="643"/>
            <a:ext cx="18285714" cy="10285714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370" name="Google Shape;370;p17"/>
          <p:cNvGrpSpPr/>
          <p:nvPr/>
        </p:nvGrpSpPr>
        <p:grpSpPr>
          <a:xfrm>
            <a:off x="1377506" y="487711"/>
            <a:ext cx="15584148" cy="1698913"/>
            <a:chOff x="0" y="0"/>
            <a:chExt cx="9181877" cy="1000967"/>
          </a:xfrm>
        </p:grpSpPr>
        <p:sp>
          <p:nvSpPr>
            <p:cNvPr id="371" name="Google Shape;371;p17"/>
            <p:cNvSpPr/>
            <p:nvPr/>
          </p:nvSpPr>
          <p:spPr>
            <a:xfrm>
              <a:off x="80010" y="80010"/>
              <a:ext cx="9089167" cy="908257"/>
            </a:xfrm>
            <a:custGeom>
              <a:rect b="b" l="l" r="r" t="t"/>
              <a:pathLst>
                <a:path extrusionOk="0" h="908257" w="9089167">
                  <a:moveTo>
                    <a:pt x="0" y="853647"/>
                  </a:moveTo>
                  <a:lnTo>
                    <a:pt x="0" y="908257"/>
                  </a:lnTo>
                  <a:lnTo>
                    <a:pt x="9089167" y="908257"/>
                  </a:lnTo>
                  <a:lnTo>
                    <a:pt x="9089167" y="0"/>
                  </a:lnTo>
                  <a:lnTo>
                    <a:pt x="9034557" y="0"/>
                  </a:lnTo>
                  <a:lnTo>
                    <a:pt x="9034557" y="853647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</p:sp>
        <p:sp>
          <p:nvSpPr>
            <p:cNvPr id="372" name="Google Shape;372;p17"/>
            <p:cNvSpPr/>
            <p:nvPr/>
          </p:nvSpPr>
          <p:spPr>
            <a:xfrm>
              <a:off x="67310" y="67310"/>
              <a:ext cx="9114567" cy="933657"/>
            </a:xfrm>
            <a:custGeom>
              <a:rect b="b" l="l" r="r" t="t"/>
              <a:pathLst>
                <a:path extrusionOk="0" h="933657" w="9114567">
                  <a:moveTo>
                    <a:pt x="9047257" y="0"/>
                  </a:moveTo>
                  <a:lnTo>
                    <a:pt x="9047257" y="12700"/>
                  </a:lnTo>
                  <a:lnTo>
                    <a:pt x="9101867" y="12700"/>
                  </a:lnTo>
                  <a:lnTo>
                    <a:pt x="9101867" y="920957"/>
                  </a:lnTo>
                  <a:lnTo>
                    <a:pt x="12700" y="920957"/>
                  </a:lnTo>
                  <a:lnTo>
                    <a:pt x="12700" y="866347"/>
                  </a:lnTo>
                  <a:lnTo>
                    <a:pt x="0" y="866347"/>
                  </a:lnTo>
                  <a:lnTo>
                    <a:pt x="0" y="933657"/>
                  </a:lnTo>
                  <a:lnTo>
                    <a:pt x="9114567" y="933657"/>
                  </a:lnTo>
                  <a:lnTo>
                    <a:pt x="9114567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</p:sp>
        <p:sp>
          <p:nvSpPr>
            <p:cNvPr id="373" name="Google Shape;373;p17"/>
            <p:cNvSpPr/>
            <p:nvPr/>
          </p:nvSpPr>
          <p:spPr>
            <a:xfrm>
              <a:off x="12700" y="12700"/>
              <a:ext cx="9089167" cy="908257"/>
            </a:xfrm>
            <a:custGeom>
              <a:rect b="b" l="l" r="r" t="t"/>
              <a:pathLst>
                <a:path extrusionOk="0" h="908257" w="9089167">
                  <a:moveTo>
                    <a:pt x="0" y="0"/>
                  </a:moveTo>
                  <a:lnTo>
                    <a:pt x="9089167" y="0"/>
                  </a:lnTo>
                  <a:lnTo>
                    <a:pt x="9089167" y="908257"/>
                  </a:lnTo>
                  <a:lnTo>
                    <a:pt x="0" y="908257"/>
                  </a:lnTo>
                  <a:close/>
                </a:path>
              </a:pathLst>
            </a:custGeom>
            <a:solidFill>
              <a:srgbClr val="FF93D8"/>
            </a:solidFill>
            <a:ln>
              <a:noFill/>
            </a:ln>
          </p:spPr>
        </p:sp>
        <p:sp>
          <p:nvSpPr>
            <p:cNvPr id="374" name="Google Shape;374;p17"/>
            <p:cNvSpPr/>
            <p:nvPr/>
          </p:nvSpPr>
          <p:spPr>
            <a:xfrm>
              <a:off x="0" y="0"/>
              <a:ext cx="9114567" cy="933657"/>
            </a:xfrm>
            <a:custGeom>
              <a:rect b="b" l="l" r="r" t="t"/>
              <a:pathLst>
                <a:path extrusionOk="0" h="933657" w="9114567">
                  <a:moveTo>
                    <a:pt x="80010" y="933657"/>
                  </a:moveTo>
                  <a:lnTo>
                    <a:pt x="9114567" y="933657"/>
                  </a:lnTo>
                  <a:lnTo>
                    <a:pt x="9114567" y="80010"/>
                  </a:lnTo>
                  <a:lnTo>
                    <a:pt x="9114567" y="67310"/>
                  </a:lnTo>
                  <a:lnTo>
                    <a:pt x="9114567" y="0"/>
                  </a:lnTo>
                  <a:lnTo>
                    <a:pt x="0" y="0"/>
                  </a:lnTo>
                  <a:lnTo>
                    <a:pt x="0" y="933657"/>
                  </a:lnTo>
                  <a:lnTo>
                    <a:pt x="67310" y="933657"/>
                  </a:lnTo>
                  <a:lnTo>
                    <a:pt x="80010" y="933657"/>
                  </a:lnTo>
                  <a:close/>
                  <a:moveTo>
                    <a:pt x="12700" y="12700"/>
                  </a:moveTo>
                  <a:lnTo>
                    <a:pt x="9101867" y="12700"/>
                  </a:lnTo>
                  <a:lnTo>
                    <a:pt x="9101867" y="920957"/>
                  </a:lnTo>
                  <a:lnTo>
                    <a:pt x="12700" y="920957"/>
                  </a:lnTo>
                  <a:lnTo>
                    <a:pt x="12700" y="1270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</p:sp>
      </p:grpSp>
      <p:sp>
        <p:nvSpPr>
          <p:cNvPr id="375" name="Google Shape;375;p17"/>
          <p:cNvSpPr txBox="1"/>
          <p:nvPr/>
        </p:nvSpPr>
        <p:spPr>
          <a:xfrm>
            <a:off x="2393451" y="650128"/>
            <a:ext cx="13501097" cy="13049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2002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7501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GAMETYPE &amp; GAMEMODE</a:t>
            </a:r>
            <a:endParaRPr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79" name="Shape 3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0" name="Google Shape;380;p18"/>
          <p:cNvSpPr/>
          <p:nvPr/>
        </p:nvSpPr>
        <p:spPr>
          <a:xfrm>
            <a:off x="8734023" y="1238422"/>
            <a:ext cx="9187773" cy="8382032"/>
          </a:xfrm>
          <a:custGeom>
            <a:rect b="b" l="l" r="r" t="t"/>
            <a:pathLst>
              <a:path extrusionOk="0" h="8382032" w="9187773">
                <a:moveTo>
                  <a:pt x="0" y="0"/>
                </a:moveTo>
                <a:lnTo>
                  <a:pt x="9187772" y="0"/>
                </a:lnTo>
                <a:lnTo>
                  <a:pt x="9187772" y="8382032"/>
                </a:lnTo>
                <a:lnTo>
                  <a:pt x="0" y="8382032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-9715" l="-44994" r="-44625" t="-7198"/>
            </a:stretch>
          </a:blipFill>
          <a:ln>
            <a:noFill/>
          </a:ln>
        </p:spPr>
      </p:sp>
      <p:grpSp>
        <p:nvGrpSpPr>
          <p:cNvPr id="381" name="Google Shape;381;p18"/>
          <p:cNvGrpSpPr/>
          <p:nvPr/>
        </p:nvGrpSpPr>
        <p:grpSpPr>
          <a:xfrm>
            <a:off x="1028700" y="1136825"/>
            <a:ext cx="7487788" cy="1698913"/>
            <a:chOff x="0" y="0"/>
            <a:chExt cx="9983717" cy="2265218"/>
          </a:xfrm>
        </p:grpSpPr>
        <p:grpSp>
          <p:nvGrpSpPr>
            <p:cNvPr id="382" name="Google Shape;382;p18"/>
            <p:cNvGrpSpPr/>
            <p:nvPr/>
          </p:nvGrpSpPr>
          <p:grpSpPr>
            <a:xfrm>
              <a:off x="0" y="0"/>
              <a:ext cx="9983717" cy="2265218"/>
              <a:chOff x="0" y="0"/>
              <a:chExt cx="4411659" cy="1000967"/>
            </a:xfrm>
          </p:grpSpPr>
          <p:sp>
            <p:nvSpPr>
              <p:cNvPr id="383" name="Google Shape;383;p18"/>
              <p:cNvSpPr/>
              <p:nvPr/>
            </p:nvSpPr>
            <p:spPr>
              <a:xfrm>
                <a:off x="80010" y="80010"/>
                <a:ext cx="4318949" cy="908257"/>
              </a:xfrm>
              <a:custGeom>
                <a:rect b="b" l="l" r="r" t="t"/>
                <a:pathLst>
                  <a:path extrusionOk="0" h="908257" w="4318949">
                    <a:moveTo>
                      <a:pt x="0" y="853647"/>
                    </a:moveTo>
                    <a:lnTo>
                      <a:pt x="0" y="908257"/>
                    </a:lnTo>
                    <a:lnTo>
                      <a:pt x="4318949" y="908257"/>
                    </a:lnTo>
                    <a:lnTo>
                      <a:pt x="4318949" y="0"/>
                    </a:lnTo>
                    <a:lnTo>
                      <a:pt x="4264339" y="0"/>
                    </a:lnTo>
                    <a:lnTo>
                      <a:pt x="4264339" y="853647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</p:sp>
          <p:sp>
            <p:nvSpPr>
              <p:cNvPr id="384" name="Google Shape;384;p18"/>
              <p:cNvSpPr/>
              <p:nvPr/>
            </p:nvSpPr>
            <p:spPr>
              <a:xfrm>
                <a:off x="67310" y="67310"/>
                <a:ext cx="4344349" cy="933657"/>
              </a:xfrm>
              <a:custGeom>
                <a:rect b="b" l="l" r="r" t="t"/>
                <a:pathLst>
                  <a:path extrusionOk="0" h="933657" w="4344349">
                    <a:moveTo>
                      <a:pt x="4277039" y="0"/>
                    </a:moveTo>
                    <a:lnTo>
                      <a:pt x="4277039" y="12700"/>
                    </a:lnTo>
                    <a:lnTo>
                      <a:pt x="4331649" y="12700"/>
                    </a:lnTo>
                    <a:lnTo>
                      <a:pt x="4331649" y="920957"/>
                    </a:lnTo>
                    <a:lnTo>
                      <a:pt x="12700" y="920957"/>
                    </a:lnTo>
                    <a:lnTo>
                      <a:pt x="12700" y="866347"/>
                    </a:lnTo>
                    <a:lnTo>
                      <a:pt x="0" y="866347"/>
                    </a:lnTo>
                    <a:lnTo>
                      <a:pt x="0" y="933657"/>
                    </a:lnTo>
                    <a:lnTo>
                      <a:pt x="4344349" y="933657"/>
                    </a:lnTo>
                    <a:lnTo>
                      <a:pt x="4344349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</p:sp>
          <p:sp>
            <p:nvSpPr>
              <p:cNvPr id="385" name="Google Shape;385;p18"/>
              <p:cNvSpPr/>
              <p:nvPr/>
            </p:nvSpPr>
            <p:spPr>
              <a:xfrm>
                <a:off x="12700" y="12700"/>
                <a:ext cx="4318949" cy="908257"/>
              </a:xfrm>
              <a:custGeom>
                <a:rect b="b" l="l" r="r" t="t"/>
                <a:pathLst>
                  <a:path extrusionOk="0" h="908257" w="4318949">
                    <a:moveTo>
                      <a:pt x="0" y="0"/>
                    </a:moveTo>
                    <a:lnTo>
                      <a:pt x="4318949" y="0"/>
                    </a:lnTo>
                    <a:lnTo>
                      <a:pt x="4318949" y="908257"/>
                    </a:lnTo>
                    <a:lnTo>
                      <a:pt x="0" y="908257"/>
                    </a:lnTo>
                    <a:close/>
                  </a:path>
                </a:pathLst>
              </a:custGeom>
              <a:solidFill>
                <a:srgbClr val="FF93D8"/>
              </a:solidFill>
              <a:ln>
                <a:noFill/>
              </a:ln>
            </p:spPr>
          </p:sp>
          <p:sp>
            <p:nvSpPr>
              <p:cNvPr id="386" name="Google Shape;386;p18"/>
              <p:cNvSpPr/>
              <p:nvPr/>
            </p:nvSpPr>
            <p:spPr>
              <a:xfrm>
                <a:off x="0" y="0"/>
                <a:ext cx="4344349" cy="933657"/>
              </a:xfrm>
              <a:custGeom>
                <a:rect b="b" l="l" r="r" t="t"/>
                <a:pathLst>
                  <a:path extrusionOk="0" h="933657" w="4344349">
                    <a:moveTo>
                      <a:pt x="80010" y="933657"/>
                    </a:moveTo>
                    <a:lnTo>
                      <a:pt x="4344349" y="933657"/>
                    </a:lnTo>
                    <a:lnTo>
                      <a:pt x="4344349" y="80010"/>
                    </a:lnTo>
                    <a:lnTo>
                      <a:pt x="4344349" y="67310"/>
                    </a:lnTo>
                    <a:lnTo>
                      <a:pt x="4344349" y="0"/>
                    </a:lnTo>
                    <a:lnTo>
                      <a:pt x="0" y="0"/>
                    </a:lnTo>
                    <a:lnTo>
                      <a:pt x="0" y="933657"/>
                    </a:lnTo>
                    <a:lnTo>
                      <a:pt x="67310" y="933657"/>
                    </a:lnTo>
                    <a:lnTo>
                      <a:pt x="80010" y="933657"/>
                    </a:lnTo>
                    <a:close/>
                    <a:moveTo>
                      <a:pt x="12700" y="12700"/>
                    </a:moveTo>
                    <a:lnTo>
                      <a:pt x="4331649" y="12700"/>
                    </a:lnTo>
                    <a:lnTo>
                      <a:pt x="4331649" y="920957"/>
                    </a:lnTo>
                    <a:lnTo>
                      <a:pt x="12700" y="920957"/>
                    </a:lnTo>
                    <a:lnTo>
                      <a:pt x="12700" y="1270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</p:sp>
        </p:grpSp>
        <p:sp>
          <p:nvSpPr>
            <p:cNvPr id="387" name="Google Shape;387;p18"/>
            <p:cNvSpPr txBox="1"/>
            <p:nvPr/>
          </p:nvSpPr>
          <p:spPr>
            <a:xfrm>
              <a:off x="774343" y="285931"/>
              <a:ext cx="8435028" cy="1685924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ctr">
                <a:lnSpc>
                  <a:spcPct val="120024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US" sz="7501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OPTIONS</a:t>
              </a:r>
              <a:endParaRPr/>
            </a:p>
          </p:txBody>
        </p:sp>
      </p:grpSp>
      <p:grpSp>
        <p:nvGrpSpPr>
          <p:cNvPr id="388" name="Google Shape;388;p18"/>
          <p:cNvGrpSpPr/>
          <p:nvPr/>
        </p:nvGrpSpPr>
        <p:grpSpPr>
          <a:xfrm>
            <a:off x="1158130" y="3364063"/>
            <a:ext cx="7228928" cy="6462387"/>
            <a:chOff x="0" y="0"/>
            <a:chExt cx="9638571" cy="8616517"/>
          </a:xfrm>
        </p:grpSpPr>
        <p:grpSp>
          <p:nvGrpSpPr>
            <p:cNvPr id="389" name="Google Shape;389;p18"/>
            <p:cNvGrpSpPr/>
            <p:nvPr/>
          </p:nvGrpSpPr>
          <p:grpSpPr>
            <a:xfrm>
              <a:off x="0" y="0"/>
              <a:ext cx="9638571" cy="8616517"/>
              <a:chOff x="0" y="0"/>
              <a:chExt cx="19018523" cy="17001838"/>
            </a:xfrm>
          </p:grpSpPr>
          <p:sp>
            <p:nvSpPr>
              <p:cNvPr id="390" name="Google Shape;390;p18"/>
              <p:cNvSpPr/>
              <p:nvPr/>
            </p:nvSpPr>
            <p:spPr>
              <a:xfrm>
                <a:off x="72390" y="72390"/>
                <a:ext cx="18873743" cy="16857057"/>
              </a:xfrm>
              <a:custGeom>
                <a:rect b="b" l="l" r="r" t="t"/>
                <a:pathLst>
                  <a:path extrusionOk="0" h="16857057" w="18873743">
                    <a:moveTo>
                      <a:pt x="0" y="0"/>
                    </a:moveTo>
                    <a:lnTo>
                      <a:pt x="18873743" y="0"/>
                    </a:lnTo>
                    <a:lnTo>
                      <a:pt x="18873743" y="16857057"/>
                    </a:lnTo>
                    <a:lnTo>
                      <a:pt x="0" y="16857057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</p:sp>
          <p:sp>
            <p:nvSpPr>
              <p:cNvPr id="391" name="Google Shape;391;p18"/>
              <p:cNvSpPr/>
              <p:nvPr/>
            </p:nvSpPr>
            <p:spPr>
              <a:xfrm>
                <a:off x="0" y="0"/>
                <a:ext cx="19018523" cy="17001838"/>
              </a:xfrm>
              <a:custGeom>
                <a:rect b="b" l="l" r="r" t="t"/>
                <a:pathLst>
                  <a:path extrusionOk="0" h="17001838" w="19018523">
                    <a:moveTo>
                      <a:pt x="18873743" y="16857058"/>
                    </a:moveTo>
                    <a:lnTo>
                      <a:pt x="19018523" y="16857058"/>
                    </a:lnTo>
                    <a:lnTo>
                      <a:pt x="19018523" y="17001838"/>
                    </a:lnTo>
                    <a:lnTo>
                      <a:pt x="18873743" y="17001838"/>
                    </a:lnTo>
                    <a:lnTo>
                      <a:pt x="18873743" y="16857058"/>
                    </a:lnTo>
                    <a:close/>
                    <a:moveTo>
                      <a:pt x="0" y="144780"/>
                    </a:moveTo>
                    <a:lnTo>
                      <a:pt x="144780" y="144780"/>
                    </a:lnTo>
                    <a:lnTo>
                      <a:pt x="144780" y="16857058"/>
                    </a:lnTo>
                    <a:lnTo>
                      <a:pt x="0" y="16857058"/>
                    </a:lnTo>
                    <a:lnTo>
                      <a:pt x="0" y="144780"/>
                    </a:lnTo>
                    <a:close/>
                    <a:moveTo>
                      <a:pt x="0" y="16857058"/>
                    </a:moveTo>
                    <a:lnTo>
                      <a:pt x="144780" y="16857058"/>
                    </a:lnTo>
                    <a:lnTo>
                      <a:pt x="144780" y="17001838"/>
                    </a:lnTo>
                    <a:lnTo>
                      <a:pt x="0" y="17001838"/>
                    </a:lnTo>
                    <a:lnTo>
                      <a:pt x="0" y="16857058"/>
                    </a:lnTo>
                    <a:close/>
                    <a:moveTo>
                      <a:pt x="18873743" y="144780"/>
                    </a:moveTo>
                    <a:lnTo>
                      <a:pt x="19018523" y="144780"/>
                    </a:lnTo>
                    <a:lnTo>
                      <a:pt x="19018523" y="16857058"/>
                    </a:lnTo>
                    <a:lnTo>
                      <a:pt x="18873743" y="16857058"/>
                    </a:lnTo>
                    <a:lnTo>
                      <a:pt x="18873743" y="144780"/>
                    </a:lnTo>
                    <a:close/>
                    <a:moveTo>
                      <a:pt x="144780" y="16857058"/>
                    </a:moveTo>
                    <a:lnTo>
                      <a:pt x="18873743" y="16857058"/>
                    </a:lnTo>
                    <a:lnTo>
                      <a:pt x="18873743" y="17001838"/>
                    </a:lnTo>
                    <a:lnTo>
                      <a:pt x="144780" y="17001838"/>
                    </a:lnTo>
                    <a:lnTo>
                      <a:pt x="144780" y="16857058"/>
                    </a:lnTo>
                    <a:close/>
                    <a:moveTo>
                      <a:pt x="18873743" y="0"/>
                    </a:moveTo>
                    <a:lnTo>
                      <a:pt x="19018523" y="0"/>
                    </a:lnTo>
                    <a:lnTo>
                      <a:pt x="19018523" y="144780"/>
                    </a:lnTo>
                    <a:lnTo>
                      <a:pt x="18873743" y="144780"/>
                    </a:lnTo>
                    <a:lnTo>
                      <a:pt x="18873743" y="0"/>
                    </a:lnTo>
                    <a:close/>
                    <a:moveTo>
                      <a:pt x="0" y="0"/>
                    </a:moveTo>
                    <a:lnTo>
                      <a:pt x="144780" y="0"/>
                    </a:lnTo>
                    <a:lnTo>
                      <a:pt x="144780" y="144780"/>
                    </a:lnTo>
                    <a:lnTo>
                      <a:pt x="0" y="144780"/>
                    </a:lnTo>
                    <a:lnTo>
                      <a:pt x="0" y="0"/>
                    </a:lnTo>
                    <a:close/>
                    <a:moveTo>
                      <a:pt x="144780" y="0"/>
                    </a:moveTo>
                    <a:lnTo>
                      <a:pt x="18873743" y="0"/>
                    </a:lnTo>
                    <a:lnTo>
                      <a:pt x="18873743" y="144780"/>
                    </a:lnTo>
                    <a:lnTo>
                      <a:pt x="144780" y="144780"/>
                    </a:lnTo>
                    <a:lnTo>
                      <a:pt x="144780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</p:sp>
        </p:grpSp>
        <p:sp>
          <p:nvSpPr>
            <p:cNvPr id="392" name="Google Shape;392;p18"/>
            <p:cNvSpPr txBox="1"/>
            <p:nvPr/>
          </p:nvSpPr>
          <p:spPr>
            <a:xfrm>
              <a:off x="495254" y="831200"/>
              <a:ext cx="8886300" cy="7469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lnSpc>
                  <a:spcPct val="135008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US" sz="3999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Xuất hiện khi nhấn Esc khi đang trong ván đấu</a:t>
              </a:r>
              <a:endParaRPr/>
            </a:p>
            <a:p>
              <a:pPr indent="0" lvl="0" marL="0" marR="0" rtl="0" algn="l">
                <a:lnSpc>
                  <a:spcPct val="135008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US" sz="3999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Gồm 4 tính năng chính:</a:t>
              </a:r>
              <a:endParaRPr/>
            </a:p>
            <a:p>
              <a:pPr indent="-431800" lvl="1" marL="863599" marR="0" rtl="0" algn="l">
                <a:lnSpc>
                  <a:spcPct val="135008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3999"/>
                <a:buFont typeface="Arial"/>
                <a:buChar char="•"/>
              </a:pPr>
              <a:r>
                <a:rPr b="1" i="0" lang="en-US" sz="3999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Lưu game</a:t>
              </a:r>
              <a:endParaRPr/>
            </a:p>
            <a:p>
              <a:pPr indent="-431800" lvl="1" marL="863599" marR="0" rtl="0" algn="l">
                <a:lnSpc>
                  <a:spcPct val="135008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3999"/>
                <a:buFont typeface="Arial"/>
                <a:buChar char="•"/>
              </a:pPr>
              <a:r>
                <a:rPr b="1" i="0" lang="en-US" sz="3999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Mở settings</a:t>
              </a:r>
              <a:endParaRPr/>
            </a:p>
            <a:p>
              <a:pPr indent="-431800" lvl="1" marL="863599" marR="0" rtl="0" algn="l">
                <a:lnSpc>
                  <a:spcPct val="135008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3999"/>
                <a:buFont typeface="Arial"/>
                <a:buChar char="•"/>
              </a:pPr>
              <a:r>
                <a:rPr b="1" i="0" lang="en-US" sz="3999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Mở help</a:t>
              </a:r>
              <a:endParaRPr/>
            </a:p>
            <a:p>
              <a:pPr indent="-431800" lvl="1" marL="863599" marR="0" rtl="0" algn="l">
                <a:lnSpc>
                  <a:spcPct val="135008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3999"/>
                <a:buFont typeface="Arial"/>
                <a:buChar char="•"/>
              </a:pPr>
              <a:r>
                <a:rPr b="1" i="0" lang="en-US" sz="3999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Thoát game</a:t>
              </a:r>
              <a:endParaRPr/>
            </a:p>
          </p:txBody>
        </p:sp>
      </p:grpSp>
      <p:sp>
        <p:nvSpPr>
          <p:cNvPr id="393" name="Google Shape;393;p18"/>
          <p:cNvSpPr txBox="1"/>
          <p:nvPr/>
        </p:nvSpPr>
        <p:spPr>
          <a:xfrm>
            <a:off x="17631283" y="9477200"/>
            <a:ext cx="152400" cy="2000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000" u="none" cap="none" strike="noStrike">
                <a:solidFill>
                  <a:srgbClr val="000000"/>
                </a:solidFill>
                <a:latin typeface="Noto Sans"/>
                <a:ea typeface="Noto Sans"/>
                <a:cs typeface="Noto Sans"/>
                <a:sym typeface="Noto Sans"/>
              </a:rPr>
              <a:t>18</a:t>
            </a:r>
            <a:endParaRPr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97" name="Shape 3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98" name="Google Shape;398;p19"/>
          <p:cNvGrpSpPr/>
          <p:nvPr/>
        </p:nvGrpSpPr>
        <p:grpSpPr>
          <a:xfrm>
            <a:off x="1089604" y="3660285"/>
            <a:ext cx="8811596" cy="6050516"/>
            <a:chOff x="0" y="0"/>
            <a:chExt cx="23182349" cy="15918250"/>
          </a:xfrm>
        </p:grpSpPr>
        <p:sp>
          <p:nvSpPr>
            <p:cNvPr id="399" name="Google Shape;399;p19"/>
            <p:cNvSpPr/>
            <p:nvPr/>
          </p:nvSpPr>
          <p:spPr>
            <a:xfrm>
              <a:off x="72390" y="72390"/>
              <a:ext cx="23037570" cy="15773471"/>
            </a:xfrm>
            <a:custGeom>
              <a:rect b="b" l="l" r="r" t="t"/>
              <a:pathLst>
                <a:path extrusionOk="0" h="15773471" w="23037570">
                  <a:moveTo>
                    <a:pt x="0" y="0"/>
                  </a:moveTo>
                  <a:lnTo>
                    <a:pt x="23037570" y="0"/>
                  </a:lnTo>
                  <a:lnTo>
                    <a:pt x="23037570" y="15773471"/>
                  </a:lnTo>
                  <a:lnTo>
                    <a:pt x="0" y="1577347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</p:sp>
        <p:sp>
          <p:nvSpPr>
            <p:cNvPr id="400" name="Google Shape;400;p19"/>
            <p:cNvSpPr/>
            <p:nvPr/>
          </p:nvSpPr>
          <p:spPr>
            <a:xfrm>
              <a:off x="0" y="0"/>
              <a:ext cx="23182349" cy="15918250"/>
            </a:xfrm>
            <a:custGeom>
              <a:rect b="b" l="l" r="r" t="t"/>
              <a:pathLst>
                <a:path extrusionOk="0" h="15918250" w="23182349">
                  <a:moveTo>
                    <a:pt x="23037569" y="15773470"/>
                  </a:moveTo>
                  <a:lnTo>
                    <a:pt x="23182349" y="15773470"/>
                  </a:lnTo>
                  <a:lnTo>
                    <a:pt x="23182349" y="15918250"/>
                  </a:lnTo>
                  <a:lnTo>
                    <a:pt x="23037569" y="15918250"/>
                  </a:lnTo>
                  <a:lnTo>
                    <a:pt x="23037569" y="15773470"/>
                  </a:lnTo>
                  <a:close/>
                  <a:moveTo>
                    <a:pt x="0" y="144780"/>
                  </a:moveTo>
                  <a:lnTo>
                    <a:pt x="144780" y="144780"/>
                  </a:lnTo>
                  <a:lnTo>
                    <a:pt x="144780" y="15773470"/>
                  </a:lnTo>
                  <a:lnTo>
                    <a:pt x="0" y="15773470"/>
                  </a:lnTo>
                  <a:lnTo>
                    <a:pt x="0" y="144780"/>
                  </a:lnTo>
                  <a:close/>
                  <a:moveTo>
                    <a:pt x="0" y="15773470"/>
                  </a:moveTo>
                  <a:lnTo>
                    <a:pt x="144780" y="15773470"/>
                  </a:lnTo>
                  <a:lnTo>
                    <a:pt x="144780" y="15918250"/>
                  </a:lnTo>
                  <a:lnTo>
                    <a:pt x="0" y="15918250"/>
                  </a:lnTo>
                  <a:lnTo>
                    <a:pt x="0" y="15773470"/>
                  </a:lnTo>
                  <a:close/>
                  <a:moveTo>
                    <a:pt x="23037569" y="144780"/>
                  </a:moveTo>
                  <a:lnTo>
                    <a:pt x="23182349" y="144780"/>
                  </a:lnTo>
                  <a:lnTo>
                    <a:pt x="23182349" y="15773470"/>
                  </a:lnTo>
                  <a:lnTo>
                    <a:pt x="23037569" y="15773470"/>
                  </a:lnTo>
                  <a:lnTo>
                    <a:pt x="23037569" y="144780"/>
                  </a:lnTo>
                  <a:close/>
                  <a:moveTo>
                    <a:pt x="144780" y="15773470"/>
                  </a:moveTo>
                  <a:lnTo>
                    <a:pt x="23037569" y="15773470"/>
                  </a:lnTo>
                  <a:lnTo>
                    <a:pt x="23037569" y="15918250"/>
                  </a:lnTo>
                  <a:lnTo>
                    <a:pt x="144780" y="15918250"/>
                  </a:lnTo>
                  <a:lnTo>
                    <a:pt x="144780" y="15773470"/>
                  </a:lnTo>
                  <a:close/>
                  <a:moveTo>
                    <a:pt x="23037569" y="0"/>
                  </a:moveTo>
                  <a:lnTo>
                    <a:pt x="23182349" y="0"/>
                  </a:lnTo>
                  <a:lnTo>
                    <a:pt x="23182349" y="144780"/>
                  </a:lnTo>
                  <a:lnTo>
                    <a:pt x="23037569" y="144780"/>
                  </a:lnTo>
                  <a:lnTo>
                    <a:pt x="23037569" y="0"/>
                  </a:lnTo>
                  <a:close/>
                  <a:moveTo>
                    <a:pt x="0" y="0"/>
                  </a:moveTo>
                  <a:lnTo>
                    <a:pt x="144780" y="0"/>
                  </a:lnTo>
                  <a:lnTo>
                    <a:pt x="144780" y="144780"/>
                  </a:lnTo>
                  <a:lnTo>
                    <a:pt x="0" y="144780"/>
                  </a:lnTo>
                  <a:lnTo>
                    <a:pt x="0" y="0"/>
                  </a:lnTo>
                  <a:close/>
                  <a:moveTo>
                    <a:pt x="144780" y="0"/>
                  </a:moveTo>
                  <a:lnTo>
                    <a:pt x="23037569" y="0"/>
                  </a:lnTo>
                  <a:lnTo>
                    <a:pt x="23037569" y="144780"/>
                  </a:lnTo>
                  <a:lnTo>
                    <a:pt x="144780" y="144780"/>
                  </a:lnTo>
                  <a:lnTo>
                    <a:pt x="144780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</p:sp>
      </p:grpSp>
      <p:grpSp>
        <p:nvGrpSpPr>
          <p:cNvPr id="401" name="Google Shape;401;p19"/>
          <p:cNvGrpSpPr/>
          <p:nvPr/>
        </p:nvGrpSpPr>
        <p:grpSpPr>
          <a:xfrm>
            <a:off x="1089604" y="1347792"/>
            <a:ext cx="8811596" cy="1698913"/>
            <a:chOff x="0" y="0"/>
            <a:chExt cx="5191621" cy="1000967"/>
          </a:xfrm>
        </p:grpSpPr>
        <p:sp>
          <p:nvSpPr>
            <p:cNvPr id="402" name="Google Shape;402;p19"/>
            <p:cNvSpPr/>
            <p:nvPr/>
          </p:nvSpPr>
          <p:spPr>
            <a:xfrm>
              <a:off x="80010" y="80010"/>
              <a:ext cx="5098911" cy="908257"/>
            </a:xfrm>
            <a:custGeom>
              <a:rect b="b" l="l" r="r" t="t"/>
              <a:pathLst>
                <a:path extrusionOk="0" h="908257" w="5098911">
                  <a:moveTo>
                    <a:pt x="0" y="853647"/>
                  </a:moveTo>
                  <a:lnTo>
                    <a:pt x="0" y="908257"/>
                  </a:lnTo>
                  <a:lnTo>
                    <a:pt x="5098911" y="908257"/>
                  </a:lnTo>
                  <a:lnTo>
                    <a:pt x="5098911" y="0"/>
                  </a:lnTo>
                  <a:lnTo>
                    <a:pt x="5044301" y="0"/>
                  </a:lnTo>
                  <a:lnTo>
                    <a:pt x="5044301" y="853647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</p:sp>
        <p:sp>
          <p:nvSpPr>
            <p:cNvPr id="403" name="Google Shape;403;p19"/>
            <p:cNvSpPr/>
            <p:nvPr/>
          </p:nvSpPr>
          <p:spPr>
            <a:xfrm>
              <a:off x="67310" y="67310"/>
              <a:ext cx="5124311" cy="933657"/>
            </a:xfrm>
            <a:custGeom>
              <a:rect b="b" l="l" r="r" t="t"/>
              <a:pathLst>
                <a:path extrusionOk="0" h="933657" w="5124311">
                  <a:moveTo>
                    <a:pt x="5057001" y="0"/>
                  </a:moveTo>
                  <a:lnTo>
                    <a:pt x="5057001" y="12700"/>
                  </a:lnTo>
                  <a:lnTo>
                    <a:pt x="5111611" y="12700"/>
                  </a:lnTo>
                  <a:lnTo>
                    <a:pt x="5111611" y="920957"/>
                  </a:lnTo>
                  <a:lnTo>
                    <a:pt x="12700" y="920957"/>
                  </a:lnTo>
                  <a:lnTo>
                    <a:pt x="12700" y="866347"/>
                  </a:lnTo>
                  <a:lnTo>
                    <a:pt x="0" y="866347"/>
                  </a:lnTo>
                  <a:lnTo>
                    <a:pt x="0" y="933657"/>
                  </a:lnTo>
                  <a:lnTo>
                    <a:pt x="5124311" y="933657"/>
                  </a:lnTo>
                  <a:lnTo>
                    <a:pt x="5124311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</p:sp>
        <p:sp>
          <p:nvSpPr>
            <p:cNvPr id="404" name="Google Shape;404;p19"/>
            <p:cNvSpPr/>
            <p:nvPr/>
          </p:nvSpPr>
          <p:spPr>
            <a:xfrm>
              <a:off x="12700" y="12700"/>
              <a:ext cx="5098911" cy="908257"/>
            </a:xfrm>
            <a:custGeom>
              <a:rect b="b" l="l" r="r" t="t"/>
              <a:pathLst>
                <a:path extrusionOk="0" h="908257" w="5098911">
                  <a:moveTo>
                    <a:pt x="0" y="0"/>
                  </a:moveTo>
                  <a:lnTo>
                    <a:pt x="5098911" y="0"/>
                  </a:lnTo>
                  <a:lnTo>
                    <a:pt x="5098911" y="908257"/>
                  </a:lnTo>
                  <a:lnTo>
                    <a:pt x="0" y="908257"/>
                  </a:lnTo>
                  <a:close/>
                </a:path>
              </a:pathLst>
            </a:custGeom>
            <a:solidFill>
              <a:srgbClr val="FF93D8"/>
            </a:solidFill>
            <a:ln>
              <a:noFill/>
            </a:ln>
          </p:spPr>
        </p:sp>
        <p:sp>
          <p:nvSpPr>
            <p:cNvPr id="405" name="Google Shape;405;p19"/>
            <p:cNvSpPr/>
            <p:nvPr/>
          </p:nvSpPr>
          <p:spPr>
            <a:xfrm>
              <a:off x="0" y="0"/>
              <a:ext cx="5124311" cy="933657"/>
            </a:xfrm>
            <a:custGeom>
              <a:rect b="b" l="l" r="r" t="t"/>
              <a:pathLst>
                <a:path extrusionOk="0" h="933657" w="5124311">
                  <a:moveTo>
                    <a:pt x="80010" y="933657"/>
                  </a:moveTo>
                  <a:lnTo>
                    <a:pt x="5124311" y="933657"/>
                  </a:lnTo>
                  <a:lnTo>
                    <a:pt x="5124311" y="80010"/>
                  </a:lnTo>
                  <a:lnTo>
                    <a:pt x="5124311" y="67310"/>
                  </a:lnTo>
                  <a:lnTo>
                    <a:pt x="5124311" y="0"/>
                  </a:lnTo>
                  <a:lnTo>
                    <a:pt x="0" y="0"/>
                  </a:lnTo>
                  <a:lnTo>
                    <a:pt x="0" y="933657"/>
                  </a:lnTo>
                  <a:lnTo>
                    <a:pt x="67310" y="933657"/>
                  </a:lnTo>
                  <a:lnTo>
                    <a:pt x="80010" y="933657"/>
                  </a:lnTo>
                  <a:close/>
                  <a:moveTo>
                    <a:pt x="12700" y="12700"/>
                  </a:moveTo>
                  <a:lnTo>
                    <a:pt x="5111611" y="12700"/>
                  </a:lnTo>
                  <a:lnTo>
                    <a:pt x="5111611" y="920957"/>
                  </a:lnTo>
                  <a:lnTo>
                    <a:pt x="12700" y="920957"/>
                  </a:lnTo>
                  <a:lnTo>
                    <a:pt x="12700" y="1270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</p:sp>
      </p:grpSp>
      <p:sp>
        <p:nvSpPr>
          <p:cNvPr id="406" name="Google Shape;406;p19"/>
          <p:cNvSpPr/>
          <p:nvPr/>
        </p:nvSpPr>
        <p:spPr>
          <a:xfrm>
            <a:off x="10169636" y="1566867"/>
            <a:ext cx="7345869" cy="3752702"/>
          </a:xfrm>
          <a:custGeom>
            <a:rect b="b" l="l" r="r" t="t"/>
            <a:pathLst>
              <a:path extrusionOk="0" h="3752702" w="7345869">
                <a:moveTo>
                  <a:pt x="0" y="0"/>
                </a:moveTo>
                <a:lnTo>
                  <a:pt x="7345870" y="0"/>
                </a:lnTo>
                <a:lnTo>
                  <a:pt x="7345870" y="3752702"/>
                </a:lnTo>
                <a:lnTo>
                  <a:pt x="0" y="3752702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-7168" l="-9887" r="-9229" t="-6792"/>
            </a:stretch>
          </a:blipFill>
          <a:ln>
            <a:noFill/>
          </a:ln>
        </p:spPr>
      </p:sp>
      <p:sp>
        <p:nvSpPr>
          <p:cNvPr id="407" name="Google Shape;407;p19"/>
          <p:cNvSpPr/>
          <p:nvPr/>
        </p:nvSpPr>
        <p:spPr>
          <a:xfrm>
            <a:off x="10169636" y="5643504"/>
            <a:ext cx="7364919" cy="3571929"/>
          </a:xfrm>
          <a:custGeom>
            <a:rect b="b" l="l" r="r" t="t"/>
            <a:pathLst>
              <a:path extrusionOk="0" h="3571929" w="7364919">
                <a:moveTo>
                  <a:pt x="0" y="0"/>
                </a:moveTo>
                <a:lnTo>
                  <a:pt x="7364920" y="0"/>
                </a:lnTo>
                <a:lnTo>
                  <a:pt x="7364920" y="3571929"/>
                </a:lnTo>
                <a:lnTo>
                  <a:pt x="0" y="3571929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-128" l="0" r="0" t="-128"/>
            </a:stretch>
          </a:blipFill>
          <a:ln>
            <a:noFill/>
          </a:ln>
        </p:spPr>
      </p:sp>
      <p:sp>
        <p:nvSpPr>
          <p:cNvPr id="408" name="Google Shape;408;p19"/>
          <p:cNvSpPr txBox="1"/>
          <p:nvPr/>
        </p:nvSpPr>
        <p:spPr>
          <a:xfrm>
            <a:off x="2541280" y="1463823"/>
            <a:ext cx="5908245" cy="13049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2002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7501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SAVE GAME</a:t>
            </a:r>
            <a:endParaRPr/>
          </a:p>
        </p:txBody>
      </p:sp>
      <p:sp>
        <p:nvSpPr>
          <p:cNvPr id="409" name="Google Shape;409;p19"/>
          <p:cNvSpPr txBox="1"/>
          <p:nvPr/>
        </p:nvSpPr>
        <p:spPr>
          <a:xfrm>
            <a:off x="1557122" y="4082360"/>
            <a:ext cx="7876500" cy="5462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-434340" lvl="1" marL="906780" marR="0" rtl="0"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900"/>
              <a:buFont typeface="Arial"/>
              <a:buChar char="•"/>
            </a:pPr>
            <a:r>
              <a:rPr b="1" i="0" lang="en-US" sz="39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Xuất hiện sau khi chọn quit game hoặc chọn save game trong options</a:t>
            </a:r>
            <a:endParaRPr sz="1100"/>
          </a:p>
          <a:p>
            <a:pPr indent="-434340" lvl="1" marL="906780" marR="0" rtl="0"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900"/>
              <a:buFont typeface="Arial"/>
              <a:buChar char="•"/>
            </a:pPr>
            <a:r>
              <a:rPr b="1" i="0" lang="en-US" sz="39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Cách hoạt động: Cho người dùng đặt tên và lưu lại thông tin phiên chơi hiện tại</a:t>
            </a:r>
            <a:endParaRPr sz="1100"/>
          </a:p>
          <a:p>
            <a:pPr indent="-434340" lvl="1" marL="906780" marR="0" rtl="0"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900"/>
              <a:buFont typeface="Arial"/>
              <a:buChar char="•"/>
            </a:pPr>
            <a:r>
              <a:rPr b="1" i="0" lang="en-US" sz="39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Không giới hạn số file lưu</a:t>
            </a:r>
            <a:endParaRPr sz="1100"/>
          </a:p>
        </p:txBody>
      </p:sp>
      <p:sp>
        <p:nvSpPr>
          <p:cNvPr id="410" name="Google Shape;410;p19"/>
          <p:cNvSpPr txBox="1"/>
          <p:nvPr/>
        </p:nvSpPr>
        <p:spPr>
          <a:xfrm>
            <a:off x="17259300" y="9210675"/>
            <a:ext cx="152400" cy="2000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000" u="none" cap="none" strike="noStrike">
                <a:solidFill>
                  <a:srgbClr val="000000"/>
                </a:solidFill>
                <a:latin typeface="Noto Sans"/>
                <a:ea typeface="Noto Sans"/>
                <a:cs typeface="Noto Sans"/>
                <a:sym typeface="Noto Sans"/>
              </a:rPr>
              <a:t>19</a:t>
            </a:r>
            <a:endParaRPr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14" name="Shape 4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15" name="Google Shape;415;p20"/>
          <p:cNvGrpSpPr/>
          <p:nvPr/>
        </p:nvGrpSpPr>
        <p:grpSpPr>
          <a:xfrm>
            <a:off x="4738202" y="179243"/>
            <a:ext cx="8811596" cy="1698913"/>
            <a:chOff x="0" y="0"/>
            <a:chExt cx="5191621" cy="1000967"/>
          </a:xfrm>
        </p:grpSpPr>
        <p:sp>
          <p:nvSpPr>
            <p:cNvPr id="416" name="Google Shape;416;p20"/>
            <p:cNvSpPr/>
            <p:nvPr/>
          </p:nvSpPr>
          <p:spPr>
            <a:xfrm>
              <a:off x="80010" y="80010"/>
              <a:ext cx="5098911" cy="908257"/>
            </a:xfrm>
            <a:custGeom>
              <a:rect b="b" l="l" r="r" t="t"/>
              <a:pathLst>
                <a:path extrusionOk="0" h="908257" w="5098911">
                  <a:moveTo>
                    <a:pt x="0" y="853647"/>
                  </a:moveTo>
                  <a:lnTo>
                    <a:pt x="0" y="908257"/>
                  </a:lnTo>
                  <a:lnTo>
                    <a:pt x="5098911" y="908257"/>
                  </a:lnTo>
                  <a:lnTo>
                    <a:pt x="5098911" y="0"/>
                  </a:lnTo>
                  <a:lnTo>
                    <a:pt x="5044301" y="0"/>
                  </a:lnTo>
                  <a:lnTo>
                    <a:pt x="5044301" y="853647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</p:sp>
        <p:sp>
          <p:nvSpPr>
            <p:cNvPr id="417" name="Google Shape;417;p20"/>
            <p:cNvSpPr/>
            <p:nvPr/>
          </p:nvSpPr>
          <p:spPr>
            <a:xfrm>
              <a:off x="67310" y="67310"/>
              <a:ext cx="5124311" cy="933657"/>
            </a:xfrm>
            <a:custGeom>
              <a:rect b="b" l="l" r="r" t="t"/>
              <a:pathLst>
                <a:path extrusionOk="0" h="933657" w="5124311">
                  <a:moveTo>
                    <a:pt x="5057001" y="0"/>
                  </a:moveTo>
                  <a:lnTo>
                    <a:pt x="5057001" y="12700"/>
                  </a:lnTo>
                  <a:lnTo>
                    <a:pt x="5111611" y="12700"/>
                  </a:lnTo>
                  <a:lnTo>
                    <a:pt x="5111611" y="920957"/>
                  </a:lnTo>
                  <a:lnTo>
                    <a:pt x="12700" y="920957"/>
                  </a:lnTo>
                  <a:lnTo>
                    <a:pt x="12700" y="866347"/>
                  </a:lnTo>
                  <a:lnTo>
                    <a:pt x="0" y="866347"/>
                  </a:lnTo>
                  <a:lnTo>
                    <a:pt x="0" y="933657"/>
                  </a:lnTo>
                  <a:lnTo>
                    <a:pt x="5124311" y="933657"/>
                  </a:lnTo>
                  <a:lnTo>
                    <a:pt x="5124311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</p:sp>
        <p:sp>
          <p:nvSpPr>
            <p:cNvPr id="418" name="Google Shape;418;p20"/>
            <p:cNvSpPr/>
            <p:nvPr/>
          </p:nvSpPr>
          <p:spPr>
            <a:xfrm>
              <a:off x="12700" y="12700"/>
              <a:ext cx="5098911" cy="908257"/>
            </a:xfrm>
            <a:custGeom>
              <a:rect b="b" l="l" r="r" t="t"/>
              <a:pathLst>
                <a:path extrusionOk="0" h="908257" w="5098911">
                  <a:moveTo>
                    <a:pt x="0" y="0"/>
                  </a:moveTo>
                  <a:lnTo>
                    <a:pt x="5098911" y="0"/>
                  </a:lnTo>
                  <a:lnTo>
                    <a:pt x="5098911" y="908257"/>
                  </a:lnTo>
                  <a:lnTo>
                    <a:pt x="0" y="908257"/>
                  </a:lnTo>
                  <a:close/>
                </a:path>
              </a:pathLst>
            </a:custGeom>
            <a:solidFill>
              <a:srgbClr val="FF93D8"/>
            </a:solidFill>
            <a:ln>
              <a:noFill/>
            </a:ln>
          </p:spPr>
        </p:sp>
        <p:sp>
          <p:nvSpPr>
            <p:cNvPr id="419" name="Google Shape;419;p20"/>
            <p:cNvSpPr/>
            <p:nvPr/>
          </p:nvSpPr>
          <p:spPr>
            <a:xfrm>
              <a:off x="0" y="0"/>
              <a:ext cx="5124311" cy="933657"/>
            </a:xfrm>
            <a:custGeom>
              <a:rect b="b" l="l" r="r" t="t"/>
              <a:pathLst>
                <a:path extrusionOk="0" h="933657" w="5124311">
                  <a:moveTo>
                    <a:pt x="80010" y="933657"/>
                  </a:moveTo>
                  <a:lnTo>
                    <a:pt x="5124311" y="933657"/>
                  </a:lnTo>
                  <a:lnTo>
                    <a:pt x="5124311" y="80010"/>
                  </a:lnTo>
                  <a:lnTo>
                    <a:pt x="5124311" y="67310"/>
                  </a:lnTo>
                  <a:lnTo>
                    <a:pt x="5124311" y="0"/>
                  </a:lnTo>
                  <a:lnTo>
                    <a:pt x="0" y="0"/>
                  </a:lnTo>
                  <a:lnTo>
                    <a:pt x="0" y="933657"/>
                  </a:lnTo>
                  <a:lnTo>
                    <a:pt x="67310" y="933657"/>
                  </a:lnTo>
                  <a:lnTo>
                    <a:pt x="80010" y="933657"/>
                  </a:lnTo>
                  <a:close/>
                  <a:moveTo>
                    <a:pt x="12700" y="12700"/>
                  </a:moveTo>
                  <a:lnTo>
                    <a:pt x="5111611" y="12700"/>
                  </a:lnTo>
                  <a:lnTo>
                    <a:pt x="5111611" y="920957"/>
                  </a:lnTo>
                  <a:lnTo>
                    <a:pt x="12700" y="920957"/>
                  </a:lnTo>
                  <a:lnTo>
                    <a:pt x="12700" y="1270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</p:sp>
      </p:grpSp>
      <p:sp>
        <p:nvSpPr>
          <p:cNvPr id="420" name="Google Shape;420;p20"/>
          <p:cNvSpPr txBox="1"/>
          <p:nvPr/>
        </p:nvSpPr>
        <p:spPr>
          <a:xfrm>
            <a:off x="5535274" y="308365"/>
            <a:ext cx="7608299" cy="13049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2002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7501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SƠ ĐỒ SAVE GAME</a:t>
            </a:r>
            <a:endParaRPr/>
          </a:p>
        </p:txBody>
      </p:sp>
      <p:pic>
        <p:nvPicPr>
          <p:cNvPr descr="A diagram of a flowchart&#10;&#10;AI-generated content may be incorrect." id="421" name="Google Shape;421;p2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-55979" y="-25037"/>
            <a:ext cx="18285714" cy="1028571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25" name="Shape 4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6" name="Google Shape;426;p21"/>
          <p:cNvSpPr/>
          <p:nvPr/>
        </p:nvSpPr>
        <p:spPr>
          <a:xfrm>
            <a:off x="9406544" y="4165048"/>
            <a:ext cx="8190433" cy="5093252"/>
          </a:xfrm>
          <a:custGeom>
            <a:rect b="b" l="l" r="r" t="t"/>
            <a:pathLst>
              <a:path extrusionOk="0" h="5093252" w="8190433">
                <a:moveTo>
                  <a:pt x="0" y="0"/>
                </a:moveTo>
                <a:lnTo>
                  <a:pt x="8190433" y="0"/>
                </a:lnTo>
                <a:lnTo>
                  <a:pt x="8190433" y="5093252"/>
                </a:lnTo>
                <a:lnTo>
                  <a:pt x="0" y="5093252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-6957" r="-6932" t="-3021"/>
            </a:stretch>
          </a:blipFill>
          <a:ln>
            <a:noFill/>
          </a:ln>
        </p:spPr>
      </p:sp>
      <p:grpSp>
        <p:nvGrpSpPr>
          <p:cNvPr id="427" name="Google Shape;427;p21"/>
          <p:cNvGrpSpPr/>
          <p:nvPr/>
        </p:nvGrpSpPr>
        <p:grpSpPr>
          <a:xfrm>
            <a:off x="9882045" y="1707688"/>
            <a:ext cx="7239432" cy="1867638"/>
            <a:chOff x="0" y="0"/>
            <a:chExt cx="9652575" cy="2490184"/>
          </a:xfrm>
        </p:grpSpPr>
        <p:grpSp>
          <p:nvGrpSpPr>
            <p:cNvPr id="428" name="Google Shape;428;p21"/>
            <p:cNvGrpSpPr/>
            <p:nvPr/>
          </p:nvGrpSpPr>
          <p:grpSpPr>
            <a:xfrm>
              <a:off x="0" y="0"/>
              <a:ext cx="9652575" cy="2490184"/>
              <a:chOff x="0" y="0"/>
              <a:chExt cx="3879997" cy="1000967"/>
            </a:xfrm>
          </p:grpSpPr>
          <p:sp>
            <p:nvSpPr>
              <p:cNvPr id="429" name="Google Shape;429;p21"/>
              <p:cNvSpPr/>
              <p:nvPr/>
            </p:nvSpPr>
            <p:spPr>
              <a:xfrm>
                <a:off x="80010" y="80010"/>
                <a:ext cx="3787287" cy="908257"/>
              </a:xfrm>
              <a:custGeom>
                <a:rect b="b" l="l" r="r" t="t"/>
                <a:pathLst>
                  <a:path extrusionOk="0" h="908257" w="3787287">
                    <a:moveTo>
                      <a:pt x="0" y="853647"/>
                    </a:moveTo>
                    <a:lnTo>
                      <a:pt x="0" y="908257"/>
                    </a:lnTo>
                    <a:lnTo>
                      <a:pt x="3787287" y="908257"/>
                    </a:lnTo>
                    <a:lnTo>
                      <a:pt x="3787287" y="0"/>
                    </a:lnTo>
                    <a:lnTo>
                      <a:pt x="3732677" y="0"/>
                    </a:lnTo>
                    <a:lnTo>
                      <a:pt x="3732677" y="853647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</p:sp>
          <p:sp>
            <p:nvSpPr>
              <p:cNvPr id="430" name="Google Shape;430;p21"/>
              <p:cNvSpPr/>
              <p:nvPr/>
            </p:nvSpPr>
            <p:spPr>
              <a:xfrm>
                <a:off x="67310" y="67310"/>
                <a:ext cx="3812687" cy="933657"/>
              </a:xfrm>
              <a:custGeom>
                <a:rect b="b" l="l" r="r" t="t"/>
                <a:pathLst>
                  <a:path extrusionOk="0" h="933657" w="3812687">
                    <a:moveTo>
                      <a:pt x="3745377" y="0"/>
                    </a:moveTo>
                    <a:lnTo>
                      <a:pt x="3745377" y="12700"/>
                    </a:lnTo>
                    <a:lnTo>
                      <a:pt x="3799987" y="12700"/>
                    </a:lnTo>
                    <a:lnTo>
                      <a:pt x="3799987" y="920957"/>
                    </a:lnTo>
                    <a:lnTo>
                      <a:pt x="12700" y="920957"/>
                    </a:lnTo>
                    <a:lnTo>
                      <a:pt x="12700" y="866347"/>
                    </a:lnTo>
                    <a:lnTo>
                      <a:pt x="0" y="866347"/>
                    </a:lnTo>
                    <a:lnTo>
                      <a:pt x="0" y="933657"/>
                    </a:lnTo>
                    <a:lnTo>
                      <a:pt x="3812687" y="933657"/>
                    </a:lnTo>
                    <a:lnTo>
                      <a:pt x="3812687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</p:sp>
          <p:sp>
            <p:nvSpPr>
              <p:cNvPr id="431" name="Google Shape;431;p21"/>
              <p:cNvSpPr/>
              <p:nvPr/>
            </p:nvSpPr>
            <p:spPr>
              <a:xfrm>
                <a:off x="12700" y="12700"/>
                <a:ext cx="3787287" cy="908257"/>
              </a:xfrm>
              <a:custGeom>
                <a:rect b="b" l="l" r="r" t="t"/>
                <a:pathLst>
                  <a:path extrusionOk="0" h="908257" w="3787287">
                    <a:moveTo>
                      <a:pt x="0" y="0"/>
                    </a:moveTo>
                    <a:lnTo>
                      <a:pt x="3787287" y="0"/>
                    </a:lnTo>
                    <a:lnTo>
                      <a:pt x="3787287" y="908257"/>
                    </a:lnTo>
                    <a:lnTo>
                      <a:pt x="0" y="908257"/>
                    </a:lnTo>
                    <a:close/>
                  </a:path>
                </a:pathLst>
              </a:custGeom>
              <a:solidFill>
                <a:srgbClr val="FF93D8"/>
              </a:solidFill>
              <a:ln>
                <a:noFill/>
              </a:ln>
            </p:spPr>
          </p:sp>
          <p:sp>
            <p:nvSpPr>
              <p:cNvPr id="432" name="Google Shape;432;p21"/>
              <p:cNvSpPr/>
              <p:nvPr/>
            </p:nvSpPr>
            <p:spPr>
              <a:xfrm>
                <a:off x="0" y="0"/>
                <a:ext cx="3812687" cy="933657"/>
              </a:xfrm>
              <a:custGeom>
                <a:rect b="b" l="l" r="r" t="t"/>
                <a:pathLst>
                  <a:path extrusionOk="0" h="933657" w="3812687">
                    <a:moveTo>
                      <a:pt x="80010" y="933657"/>
                    </a:moveTo>
                    <a:lnTo>
                      <a:pt x="3812687" y="933657"/>
                    </a:lnTo>
                    <a:lnTo>
                      <a:pt x="3812687" y="80010"/>
                    </a:lnTo>
                    <a:lnTo>
                      <a:pt x="3812687" y="67310"/>
                    </a:lnTo>
                    <a:lnTo>
                      <a:pt x="3812687" y="0"/>
                    </a:lnTo>
                    <a:lnTo>
                      <a:pt x="0" y="0"/>
                    </a:lnTo>
                    <a:lnTo>
                      <a:pt x="0" y="933657"/>
                    </a:lnTo>
                    <a:lnTo>
                      <a:pt x="67310" y="933657"/>
                    </a:lnTo>
                    <a:lnTo>
                      <a:pt x="80010" y="933657"/>
                    </a:lnTo>
                    <a:close/>
                    <a:moveTo>
                      <a:pt x="12700" y="12700"/>
                    </a:moveTo>
                    <a:lnTo>
                      <a:pt x="3799987" y="12700"/>
                    </a:lnTo>
                    <a:lnTo>
                      <a:pt x="3799987" y="920957"/>
                    </a:lnTo>
                    <a:lnTo>
                      <a:pt x="12700" y="920957"/>
                    </a:lnTo>
                    <a:lnTo>
                      <a:pt x="12700" y="1270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</p:sp>
        </p:grpSp>
        <p:sp>
          <p:nvSpPr>
            <p:cNvPr id="433" name="Google Shape;433;p21"/>
            <p:cNvSpPr txBox="1"/>
            <p:nvPr/>
          </p:nvSpPr>
          <p:spPr>
            <a:xfrm>
              <a:off x="667959" y="432076"/>
              <a:ext cx="8278864" cy="148315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ctr">
                <a:lnSpc>
                  <a:spcPct val="120033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US" sz="6594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CLASSIC MODE</a:t>
              </a:r>
              <a:endParaRPr/>
            </a:p>
          </p:txBody>
        </p:sp>
      </p:grpSp>
      <p:grpSp>
        <p:nvGrpSpPr>
          <p:cNvPr id="434" name="Google Shape;434;p21"/>
          <p:cNvGrpSpPr/>
          <p:nvPr/>
        </p:nvGrpSpPr>
        <p:grpSpPr>
          <a:xfrm>
            <a:off x="1144333" y="7051168"/>
            <a:ext cx="7075295" cy="1867638"/>
            <a:chOff x="0" y="0"/>
            <a:chExt cx="9433726" cy="2490184"/>
          </a:xfrm>
        </p:grpSpPr>
        <p:grpSp>
          <p:nvGrpSpPr>
            <p:cNvPr id="435" name="Google Shape;435;p21"/>
            <p:cNvGrpSpPr/>
            <p:nvPr/>
          </p:nvGrpSpPr>
          <p:grpSpPr>
            <a:xfrm>
              <a:off x="0" y="0"/>
              <a:ext cx="9433726" cy="2490184"/>
              <a:chOff x="0" y="0"/>
              <a:chExt cx="3792027" cy="1000967"/>
            </a:xfrm>
          </p:grpSpPr>
          <p:sp>
            <p:nvSpPr>
              <p:cNvPr id="436" name="Google Shape;436;p21"/>
              <p:cNvSpPr/>
              <p:nvPr/>
            </p:nvSpPr>
            <p:spPr>
              <a:xfrm>
                <a:off x="80010" y="80010"/>
                <a:ext cx="3699317" cy="908257"/>
              </a:xfrm>
              <a:custGeom>
                <a:rect b="b" l="l" r="r" t="t"/>
                <a:pathLst>
                  <a:path extrusionOk="0" h="908257" w="3699317">
                    <a:moveTo>
                      <a:pt x="0" y="853647"/>
                    </a:moveTo>
                    <a:lnTo>
                      <a:pt x="0" y="908257"/>
                    </a:lnTo>
                    <a:lnTo>
                      <a:pt x="3699317" y="908257"/>
                    </a:lnTo>
                    <a:lnTo>
                      <a:pt x="3699317" y="0"/>
                    </a:lnTo>
                    <a:lnTo>
                      <a:pt x="3644707" y="0"/>
                    </a:lnTo>
                    <a:lnTo>
                      <a:pt x="3644707" y="853647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</p:sp>
          <p:sp>
            <p:nvSpPr>
              <p:cNvPr id="437" name="Google Shape;437;p21"/>
              <p:cNvSpPr/>
              <p:nvPr/>
            </p:nvSpPr>
            <p:spPr>
              <a:xfrm>
                <a:off x="67310" y="67310"/>
                <a:ext cx="3724717" cy="933657"/>
              </a:xfrm>
              <a:custGeom>
                <a:rect b="b" l="l" r="r" t="t"/>
                <a:pathLst>
                  <a:path extrusionOk="0" h="933657" w="3724717">
                    <a:moveTo>
                      <a:pt x="3657407" y="0"/>
                    </a:moveTo>
                    <a:lnTo>
                      <a:pt x="3657407" y="12700"/>
                    </a:lnTo>
                    <a:lnTo>
                      <a:pt x="3712017" y="12700"/>
                    </a:lnTo>
                    <a:lnTo>
                      <a:pt x="3712017" y="920957"/>
                    </a:lnTo>
                    <a:lnTo>
                      <a:pt x="12700" y="920957"/>
                    </a:lnTo>
                    <a:lnTo>
                      <a:pt x="12700" y="866347"/>
                    </a:lnTo>
                    <a:lnTo>
                      <a:pt x="0" y="866347"/>
                    </a:lnTo>
                    <a:lnTo>
                      <a:pt x="0" y="933657"/>
                    </a:lnTo>
                    <a:lnTo>
                      <a:pt x="3724717" y="933657"/>
                    </a:lnTo>
                    <a:lnTo>
                      <a:pt x="3724717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</p:sp>
          <p:sp>
            <p:nvSpPr>
              <p:cNvPr id="438" name="Google Shape;438;p21"/>
              <p:cNvSpPr/>
              <p:nvPr/>
            </p:nvSpPr>
            <p:spPr>
              <a:xfrm>
                <a:off x="12700" y="12700"/>
                <a:ext cx="3699317" cy="908257"/>
              </a:xfrm>
              <a:custGeom>
                <a:rect b="b" l="l" r="r" t="t"/>
                <a:pathLst>
                  <a:path extrusionOk="0" h="908257" w="3699317">
                    <a:moveTo>
                      <a:pt x="0" y="0"/>
                    </a:moveTo>
                    <a:lnTo>
                      <a:pt x="3699317" y="0"/>
                    </a:lnTo>
                    <a:lnTo>
                      <a:pt x="3699317" y="908257"/>
                    </a:lnTo>
                    <a:lnTo>
                      <a:pt x="0" y="908257"/>
                    </a:lnTo>
                    <a:close/>
                  </a:path>
                </a:pathLst>
              </a:custGeom>
              <a:solidFill>
                <a:srgbClr val="FF93D8"/>
              </a:solidFill>
              <a:ln>
                <a:noFill/>
              </a:ln>
            </p:spPr>
          </p:sp>
          <p:sp>
            <p:nvSpPr>
              <p:cNvPr id="439" name="Google Shape;439;p21"/>
              <p:cNvSpPr/>
              <p:nvPr/>
            </p:nvSpPr>
            <p:spPr>
              <a:xfrm>
                <a:off x="0" y="0"/>
                <a:ext cx="3724717" cy="933657"/>
              </a:xfrm>
              <a:custGeom>
                <a:rect b="b" l="l" r="r" t="t"/>
                <a:pathLst>
                  <a:path extrusionOk="0" h="933657" w="3724717">
                    <a:moveTo>
                      <a:pt x="80010" y="933657"/>
                    </a:moveTo>
                    <a:lnTo>
                      <a:pt x="3724717" y="933657"/>
                    </a:lnTo>
                    <a:lnTo>
                      <a:pt x="3724717" y="80010"/>
                    </a:lnTo>
                    <a:lnTo>
                      <a:pt x="3724717" y="67310"/>
                    </a:lnTo>
                    <a:lnTo>
                      <a:pt x="3724717" y="0"/>
                    </a:lnTo>
                    <a:lnTo>
                      <a:pt x="0" y="0"/>
                    </a:lnTo>
                    <a:lnTo>
                      <a:pt x="0" y="933657"/>
                    </a:lnTo>
                    <a:lnTo>
                      <a:pt x="67310" y="933657"/>
                    </a:lnTo>
                    <a:lnTo>
                      <a:pt x="80010" y="933657"/>
                    </a:lnTo>
                    <a:close/>
                    <a:moveTo>
                      <a:pt x="12700" y="12700"/>
                    </a:moveTo>
                    <a:lnTo>
                      <a:pt x="3712017" y="12700"/>
                    </a:lnTo>
                    <a:lnTo>
                      <a:pt x="3712017" y="920957"/>
                    </a:lnTo>
                    <a:lnTo>
                      <a:pt x="12700" y="920957"/>
                    </a:lnTo>
                    <a:lnTo>
                      <a:pt x="12700" y="1270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</p:sp>
        </p:grpSp>
        <p:sp>
          <p:nvSpPr>
            <p:cNvPr id="440" name="Google Shape;440;p21"/>
            <p:cNvSpPr txBox="1"/>
            <p:nvPr/>
          </p:nvSpPr>
          <p:spPr>
            <a:xfrm>
              <a:off x="281253" y="406676"/>
              <a:ext cx="8642620" cy="148315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ctr">
                <a:lnSpc>
                  <a:spcPct val="120033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US" sz="6594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EXTREME MODE</a:t>
              </a:r>
              <a:endParaRPr/>
            </a:p>
          </p:txBody>
        </p:sp>
      </p:grpSp>
      <p:cxnSp>
        <p:nvCxnSpPr>
          <p:cNvPr id="441" name="Google Shape;441;p21"/>
          <p:cNvCxnSpPr/>
          <p:nvPr/>
        </p:nvCxnSpPr>
        <p:spPr>
          <a:xfrm rot="10800000">
            <a:off x="9144000" y="1368194"/>
            <a:ext cx="0" cy="7890106"/>
          </a:xfrm>
          <a:prstGeom prst="straightConnector1">
            <a:avLst/>
          </a:prstGeom>
          <a:noFill/>
          <a:ln cap="flat" cmpd="sng" w="38100">
            <a:solidFill>
              <a:srgbClr val="000000"/>
            </a:solidFill>
            <a:prstDash val="dot"/>
            <a:round/>
            <a:headEnd len="sm" w="sm" type="none"/>
            <a:tailEnd len="sm" w="sm" type="none"/>
          </a:ln>
        </p:spPr>
      </p:cxnSp>
      <p:sp>
        <p:nvSpPr>
          <p:cNvPr id="442" name="Google Shape;442;p21"/>
          <p:cNvSpPr/>
          <p:nvPr/>
        </p:nvSpPr>
        <p:spPr>
          <a:xfrm>
            <a:off x="679580" y="1368194"/>
            <a:ext cx="8197720" cy="4948531"/>
          </a:xfrm>
          <a:custGeom>
            <a:rect b="b" l="l" r="r" t="t"/>
            <a:pathLst>
              <a:path extrusionOk="0" h="4948531" w="8197720">
                <a:moveTo>
                  <a:pt x="0" y="0"/>
                </a:moveTo>
                <a:lnTo>
                  <a:pt x="8197720" y="0"/>
                </a:lnTo>
                <a:lnTo>
                  <a:pt x="8197720" y="4948531"/>
                </a:lnTo>
                <a:lnTo>
                  <a:pt x="0" y="4948531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-4784" r="-5363" t="-2640"/>
            </a:stretch>
          </a:blipFill>
          <a:ln>
            <a:noFill/>
          </a:ln>
        </p:spPr>
      </p:sp>
      <p:sp>
        <p:nvSpPr>
          <p:cNvPr id="443" name="Google Shape;443;p21"/>
          <p:cNvSpPr txBox="1"/>
          <p:nvPr/>
        </p:nvSpPr>
        <p:spPr>
          <a:xfrm>
            <a:off x="17259300" y="9210675"/>
            <a:ext cx="152400" cy="2000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000" u="none" cap="none" strike="noStrike">
                <a:solidFill>
                  <a:srgbClr val="000000"/>
                </a:solidFill>
                <a:latin typeface="Noto Sans"/>
                <a:ea typeface="Noto Sans"/>
                <a:cs typeface="Noto Sans"/>
                <a:sym typeface="Noto Sans"/>
              </a:rPr>
              <a:t>21</a:t>
            </a:r>
            <a:endParaRPr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47" name="Shape 4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48" name="Google Shape;448;p22"/>
          <p:cNvGrpSpPr/>
          <p:nvPr/>
        </p:nvGrpSpPr>
        <p:grpSpPr>
          <a:xfrm>
            <a:off x="1028700" y="370202"/>
            <a:ext cx="7239432" cy="1867638"/>
            <a:chOff x="0" y="0"/>
            <a:chExt cx="3879997" cy="1000967"/>
          </a:xfrm>
        </p:grpSpPr>
        <p:sp>
          <p:nvSpPr>
            <p:cNvPr id="449" name="Google Shape;449;p22"/>
            <p:cNvSpPr/>
            <p:nvPr/>
          </p:nvSpPr>
          <p:spPr>
            <a:xfrm>
              <a:off x="80010" y="80010"/>
              <a:ext cx="3787287" cy="908257"/>
            </a:xfrm>
            <a:custGeom>
              <a:rect b="b" l="l" r="r" t="t"/>
              <a:pathLst>
                <a:path extrusionOk="0" h="908257" w="3787287">
                  <a:moveTo>
                    <a:pt x="0" y="853647"/>
                  </a:moveTo>
                  <a:lnTo>
                    <a:pt x="0" y="908257"/>
                  </a:lnTo>
                  <a:lnTo>
                    <a:pt x="3787287" y="908257"/>
                  </a:lnTo>
                  <a:lnTo>
                    <a:pt x="3787287" y="0"/>
                  </a:lnTo>
                  <a:lnTo>
                    <a:pt x="3732677" y="0"/>
                  </a:lnTo>
                  <a:lnTo>
                    <a:pt x="3732677" y="853647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</p:sp>
        <p:sp>
          <p:nvSpPr>
            <p:cNvPr id="450" name="Google Shape;450;p22"/>
            <p:cNvSpPr/>
            <p:nvPr/>
          </p:nvSpPr>
          <p:spPr>
            <a:xfrm>
              <a:off x="67310" y="67310"/>
              <a:ext cx="3812687" cy="933657"/>
            </a:xfrm>
            <a:custGeom>
              <a:rect b="b" l="l" r="r" t="t"/>
              <a:pathLst>
                <a:path extrusionOk="0" h="933657" w="3812687">
                  <a:moveTo>
                    <a:pt x="3745377" y="0"/>
                  </a:moveTo>
                  <a:lnTo>
                    <a:pt x="3745377" y="12700"/>
                  </a:lnTo>
                  <a:lnTo>
                    <a:pt x="3799987" y="12700"/>
                  </a:lnTo>
                  <a:lnTo>
                    <a:pt x="3799987" y="920957"/>
                  </a:lnTo>
                  <a:lnTo>
                    <a:pt x="12700" y="920957"/>
                  </a:lnTo>
                  <a:lnTo>
                    <a:pt x="12700" y="866347"/>
                  </a:lnTo>
                  <a:lnTo>
                    <a:pt x="0" y="866347"/>
                  </a:lnTo>
                  <a:lnTo>
                    <a:pt x="0" y="933657"/>
                  </a:lnTo>
                  <a:lnTo>
                    <a:pt x="3812687" y="933657"/>
                  </a:lnTo>
                  <a:lnTo>
                    <a:pt x="3812687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</p:sp>
        <p:sp>
          <p:nvSpPr>
            <p:cNvPr id="451" name="Google Shape;451;p22"/>
            <p:cNvSpPr/>
            <p:nvPr/>
          </p:nvSpPr>
          <p:spPr>
            <a:xfrm>
              <a:off x="12700" y="12700"/>
              <a:ext cx="3787287" cy="908257"/>
            </a:xfrm>
            <a:custGeom>
              <a:rect b="b" l="l" r="r" t="t"/>
              <a:pathLst>
                <a:path extrusionOk="0" h="908257" w="3787287">
                  <a:moveTo>
                    <a:pt x="0" y="0"/>
                  </a:moveTo>
                  <a:lnTo>
                    <a:pt x="3787287" y="0"/>
                  </a:lnTo>
                  <a:lnTo>
                    <a:pt x="3787287" y="908257"/>
                  </a:lnTo>
                  <a:lnTo>
                    <a:pt x="0" y="908257"/>
                  </a:lnTo>
                  <a:close/>
                </a:path>
              </a:pathLst>
            </a:custGeom>
            <a:solidFill>
              <a:srgbClr val="FF93D8"/>
            </a:solidFill>
            <a:ln>
              <a:noFill/>
            </a:ln>
          </p:spPr>
        </p:sp>
        <p:sp>
          <p:nvSpPr>
            <p:cNvPr id="452" name="Google Shape;452;p22"/>
            <p:cNvSpPr/>
            <p:nvPr/>
          </p:nvSpPr>
          <p:spPr>
            <a:xfrm>
              <a:off x="0" y="0"/>
              <a:ext cx="3812687" cy="933657"/>
            </a:xfrm>
            <a:custGeom>
              <a:rect b="b" l="l" r="r" t="t"/>
              <a:pathLst>
                <a:path extrusionOk="0" h="933657" w="3812687">
                  <a:moveTo>
                    <a:pt x="80010" y="933657"/>
                  </a:moveTo>
                  <a:lnTo>
                    <a:pt x="3812687" y="933657"/>
                  </a:lnTo>
                  <a:lnTo>
                    <a:pt x="3812687" y="80010"/>
                  </a:lnTo>
                  <a:lnTo>
                    <a:pt x="3812687" y="67310"/>
                  </a:lnTo>
                  <a:lnTo>
                    <a:pt x="3812687" y="0"/>
                  </a:lnTo>
                  <a:lnTo>
                    <a:pt x="0" y="0"/>
                  </a:lnTo>
                  <a:lnTo>
                    <a:pt x="0" y="933657"/>
                  </a:lnTo>
                  <a:lnTo>
                    <a:pt x="67310" y="933657"/>
                  </a:lnTo>
                  <a:lnTo>
                    <a:pt x="80010" y="933657"/>
                  </a:lnTo>
                  <a:close/>
                  <a:moveTo>
                    <a:pt x="12700" y="12700"/>
                  </a:moveTo>
                  <a:lnTo>
                    <a:pt x="3799987" y="12700"/>
                  </a:lnTo>
                  <a:lnTo>
                    <a:pt x="3799987" y="920957"/>
                  </a:lnTo>
                  <a:lnTo>
                    <a:pt x="12700" y="920957"/>
                  </a:lnTo>
                  <a:lnTo>
                    <a:pt x="12700" y="1270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</p:sp>
      </p:grpSp>
      <p:grpSp>
        <p:nvGrpSpPr>
          <p:cNvPr id="453" name="Google Shape;453;p22"/>
          <p:cNvGrpSpPr/>
          <p:nvPr/>
        </p:nvGrpSpPr>
        <p:grpSpPr>
          <a:xfrm>
            <a:off x="10029979" y="370202"/>
            <a:ext cx="7075295" cy="1867638"/>
            <a:chOff x="0" y="0"/>
            <a:chExt cx="3792027" cy="1000967"/>
          </a:xfrm>
        </p:grpSpPr>
        <p:sp>
          <p:nvSpPr>
            <p:cNvPr id="454" name="Google Shape;454;p22"/>
            <p:cNvSpPr/>
            <p:nvPr/>
          </p:nvSpPr>
          <p:spPr>
            <a:xfrm>
              <a:off x="80010" y="80010"/>
              <a:ext cx="3699317" cy="908257"/>
            </a:xfrm>
            <a:custGeom>
              <a:rect b="b" l="l" r="r" t="t"/>
              <a:pathLst>
                <a:path extrusionOk="0" h="908257" w="3699317">
                  <a:moveTo>
                    <a:pt x="0" y="853647"/>
                  </a:moveTo>
                  <a:lnTo>
                    <a:pt x="0" y="908257"/>
                  </a:lnTo>
                  <a:lnTo>
                    <a:pt x="3699317" y="908257"/>
                  </a:lnTo>
                  <a:lnTo>
                    <a:pt x="3699317" y="0"/>
                  </a:lnTo>
                  <a:lnTo>
                    <a:pt x="3644707" y="0"/>
                  </a:lnTo>
                  <a:lnTo>
                    <a:pt x="3644707" y="853647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</p:sp>
        <p:sp>
          <p:nvSpPr>
            <p:cNvPr id="455" name="Google Shape;455;p22"/>
            <p:cNvSpPr/>
            <p:nvPr/>
          </p:nvSpPr>
          <p:spPr>
            <a:xfrm>
              <a:off x="67310" y="67310"/>
              <a:ext cx="3724717" cy="933657"/>
            </a:xfrm>
            <a:custGeom>
              <a:rect b="b" l="l" r="r" t="t"/>
              <a:pathLst>
                <a:path extrusionOk="0" h="933657" w="3724717">
                  <a:moveTo>
                    <a:pt x="3657407" y="0"/>
                  </a:moveTo>
                  <a:lnTo>
                    <a:pt x="3657407" y="12700"/>
                  </a:lnTo>
                  <a:lnTo>
                    <a:pt x="3712017" y="12700"/>
                  </a:lnTo>
                  <a:lnTo>
                    <a:pt x="3712017" y="920957"/>
                  </a:lnTo>
                  <a:lnTo>
                    <a:pt x="12700" y="920957"/>
                  </a:lnTo>
                  <a:lnTo>
                    <a:pt x="12700" y="866347"/>
                  </a:lnTo>
                  <a:lnTo>
                    <a:pt x="0" y="866347"/>
                  </a:lnTo>
                  <a:lnTo>
                    <a:pt x="0" y="933657"/>
                  </a:lnTo>
                  <a:lnTo>
                    <a:pt x="3724717" y="933657"/>
                  </a:lnTo>
                  <a:lnTo>
                    <a:pt x="3724717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</p:sp>
        <p:sp>
          <p:nvSpPr>
            <p:cNvPr id="456" name="Google Shape;456;p22"/>
            <p:cNvSpPr/>
            <p:nvPr/>
          </p:nvSpPr>
          <p:spPr>
            <a:xfrm>
              <a:off x="12700" y="12700"/>
              <a:ext cx="3699317" cy="908257"/>
            </a:xfrm>
            <a:custGeom>
              <a:rect b="b" l="l" r="r" t="t"/>
              <a:pathLst>
                <a:path extrusionOk="0" h="908257" w="3699317">
                  <a:moveTo>
                    <a:pt x="0" y="0"/>
                  </a:moveTo>
                  <a:lnTo>
                    <a:pt x="3699317" y="0"/>
                  </a:lnTo>
                  <a:lnTo>
                    <a:pt x="3699317" y="908257"/>
                  </a:lnTo>
                  <a:lnTo>
                    <a:pt x="0" y="908257"/>
                  </a:lnTo>
                  <a:close/>
                </a:path>
              </a:pathLst>
            </a:custGeom>
            <a:solidFill>
              <a:srgbClr val="FF93D8"/>
            </a:solidFill>
            <a:ln>
              <a:noFill/>
            </a:ln>
          </p:spPr>
        </p:sp>
        <p:sp>
          <p:nvSpPr>
            <p:cNvPr id="457" name="Google Shape;457;p22"/>
            <p:cNvSpPr/>
            <p:nvPr/>
          </p:nvSpPr>
          <p:spPr>
            <a:xfrm>
              <a:off x="0" y="0"/>
              <a:ext cx="3724717" cy="933657"/>
            </a:xfrm>
            <a:custGeom>
              <a:rect b="b" l="l" r="r" t="t"/>
              <a:pathLst>
                <a:path extrusionOk="0" h="933657" w="3724717">
                  <a:moveTo>
                    <a:pt x="80010" y="933657"/>
                  </a:moveTo>
                  <a:lnTo>
                    <a:pt x="3724717" y="933657"/>
                  </a:lnTo>
                  <a:lnTo>
                    <a:pt x="3724717" y="80010"/>
                  </a:lnTo>
                  <a:lnTo>
                    <a:pt x="3724717" y="67310"/>
                  </a:lnTo>
                  <a:lnTo>
                    <a:pt x="3724717" y="0"/>
                  </a:lnTo>
                  <a:lnTo>
                    <a:pt x="0" y="0"/>
                  </a:lnTo>
                  <a:lnTo>
                    <a:pt x="0" y="933657"/>
                  </a:lnTo>
                  <a:lnTo>
                    <a:pt x="67310" y="933657"/>
                  </a:lnTo>
                  <a:lnTo>
                    <a:pt x="80010" y="933657"/>
                  </a:lnTo>
                  <a:close/>
                  <a:moveTo>
                    <a:pt x="12700" y="12700"/>
                  </a:moveTo>
                  <a:lnTo>
                    <a:pt x="3712017" y="12700"/>
                  </a:lnTo>
                  <a:lnTo>
                    <a:pt x="3712017" y="920957"/>
                  </a:lnTo>
                  <a:lnTo>
                    <a:pt x="12700" y="920957"/>
                  </a:lnTo>
                  <a:lnTo>
                    <a:pt x="12700" y="1270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</p:sp>
      </p:grpSp>
      <p:sp>
        <p:nvSpPr>
          <p:cNvPr id="458" name="Google Shape;458;p22"/>
          <p:cNvSpPr txBox="1"/>
          <p:nvPr/>
        </p:nvSpPr>
        <p:spPr>
          <a:xfrm>
            <a:off x="1529670" y="658540"/>
            <a:ext cx="6209148" cy="114808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2003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6594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CLASSIC MODE</a:t>
            </a:r>
            <a:endParaRPr/>
          </a:p>
        </p:txBody>
      </p:sp>
      <p:sp>
        <p:nvSpPr>
          <p:cNvPr id="459" name="Google Shape;459;p22"/>
          <p:cNvSpPr txBox="1"/>
          <p:nvPr/>
        </p:nvSpPr>
        <p:spPr>
          <a:xfrm>
            <a:off x="10326644" y="658540"/>
            <a:ext cx="6481965" cy="114808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2003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6594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EXTREME MODE</a:t>
            </a:r>
            <a:endParaRPr/>
          </a:p>
        </p:txBody>
      </p:sp>
      <p:grpSp>
        <p:nvGrpSpPr>
          <p:cNvPr id="460" name="Google Shape;460;p22"/>
          <p:cNvGrpSpPr/>
          <p:nvPr/>
        </p:nvGrpSpPr>
        <p:grpSpPr>
          <a:xfrm>
            <a:off x="1024741" y="2540324"/>
            <a:ext cx="7228928" cy="7038059"/>
            <a:chOff x="0" y="0"/>
            <a:chExt cx="19018523" cy="18516367"/>
          </a:xfrm>
        </p:grpSpPr>
        <p:sp>
          <p:nvSpPr>
            <p:cNvPr id="461" name="Google Shape;461;p22"/>
            <p:cNvSpPr/>
            <p:nvPr/>
          </p:nvSpPr>
          <p:spPr>
            <a:xfrm>
              <a:off x="72390" y="72390"/>
              <a:ext cx="18873743" cy="18371587"/>
            </a:xfrm>
            <a:custGeom>
              <a:rect b="b" l="l" r="r" t="t"/>
              <a:pathLst>
                <a:path extrusionOk="0" h="18371587" w="18873743">
                  <a:moveTo>
                    <a:pt x="0" y="0"/>
                  </a:moveTo>
                  <a:lnTo>
                    <a:pt x="18873743" y="0"/>
                  </a:lnTo>
                  <a:lnTo>
                    <a:pt x="18873743" y="18371587"/>
                  </a:lnTo>
                  <a:lnTo>
                    <a:pt x="0" y="1837158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</p:sp>
        <p:sp>
          <p:nvSpPr>
            <p:cNvPr id="462" name="Google Shape;462;p22"/>
            <p:cNvSpPr/>
            <p:nvPr/>
          </p:nvSpPr>
          <p:spPr>
            <a:xfrm>
              <a:off x="0" y="0"/>
              <a:ext cx="19018523" cy="18516367"/>
            </a:xfrm>
            <a:custGeom>
              <a:rect b="b" l="l" r="r" t="t"/>
              <a:pathLst>
                <a:path extrusionOk="0" h="18516367" w="19018523">
                  <a:moveTo>
                    <a:pt x="18873743" y="18371587"/>
                  </a:moveTo>
                  <a:lnTo>
                    <a:pt x="19018523" y="18371587"/>
                  </a:lnTo>
                  <a:lnTo>
                    <a:pt x="19018523" y="18516367"/>
                  </a:lnTo>
                  <a:lnTo>
                    <a:pt x="18873743" y="18516367"/>
                  </a:lnTo>
                  <a:lnTo>
                    <a:pt x="18873743" y="18371587"/>
                  </a:lnTo>
                  <a:close/>
                  <a:moveTo>
                    <a:pt x="0" y="144780"/>
                  </a:moveTo>
                  <a:lnTo>
                    <a:pt x="144780" y="144780"/>
                  </a:lnTo>
                  <a:lnTo>
                    <a:pt x="144780" y="18371587"/>
                  </a:lnTo>
                  <a:lnTo>
                    <a:pt x="0" y="18371587"/>
                  </a:lnTo>
                  <a:lnTo>
                    <a:pt x="0" y="144780"/>
                  </a:lnTo>
                  <a:close/>
                  <a:moveTo>
                    <a:pt x="0" y="18371587"/>
                  </a:moveTo>
                  <a:lnTo>
                    <a:pt x="144780" y="18371587"/>
                  </a:lnTo>
                  <a:lnTo>
                    <a:pt x="144780" y="18516367"/>
                  </a:lnTo>
                  <a:lnTo>
                    <a:pt x="0" y="18516367"/>
                  </a:lnTo>
                  <a:lnTo>
                    <a:pt x="0" y="18371587"/>
                  </a:lnTo>
                  <a:close/>
                  <a:moveTo>
                    <a:pt x="18873743" y="144780"/>
                  </a:moveTo>
                  <a:lnTo>
                    <a:pt x="19018523" y="144780"/>
                  </a:lnTo>
                  <a:lnTo>
                    <a:pt x="19018523" y="18371587"/>
                  </a:lnTo>
                  <a:lnTo>
                    <a:pt x="18873743" y="18371587"/>
                  </a:lnTo>
                  <a:lnTo>
                    <a:pt x="18873743" y="144780"/>
                  </a:lnTo>
                  <a:close/>
                  <a:moveTo>
                    <a:pt x="144780" y="18371587"/>
                  </a:moveTo>
                  <a:lnTo>
                    <a:pt x="18873743" y="18371587"/>
                  </a:lnTo>
                  <a:lnTo>
                    <a:pt x="18873743" y="18516367"/>
                  </a:lnTo>
                  <a:lnTo>
                    <a:pt x="144780" y="18516367"/>
                  </a:lnTo>
                  <a:lnTo>
                    <a:pt x="144780" y="18371587"/>
                  </a:lnTo>
                  <a:close/>
                  <a:moveTo>
                    <a:pt x="18873743" y="0"/>
                  </a:moveTo>
                  <a:lnTo>
                    <a:pt x="19018523" y="0"/>
                  </a:lnTo>
                  <a:lnTo>
                    <a:pt x="19018523" y="144780"/>
                  </a:lnTo>
                  <a:lnTo>
                    <a:pt x="18873743" y="144780"/>
                  </a:lnTo>
                  <a:lnTo>
                    <a:pt x="18873743" y="0"/>
                  </a:lnTo>
                  <a:close/>
                  <a:moveTo>
                    <a:pt x="0" y="0"/>
                  </a:moveTo>
                  <a:lnTo>
                    <a:pt x="144780" y="0"/>
                  </a:lnTo>
                  <a:lnTo>
                    <a:pt x="144780" y="144780"/>
                  </a:lnTo>
                  <a:lnTo>
                    <a:pt x="0" y="144780"/>
                  </a:lnTo>
                  <a:lnTo>
                    <a:pt x="0" y="0"/>
                  </a:lnTo>
                  <a:close/>
                  <a:moveTo>
                    <a:pt x="144780" y="0"/>
                  </a:moveTo>
                  <a:lnTo>
                    <a:pt x="18873743" y="0"/>
                  </a:lnTo>
                  <a:lnTo>
                    <a:pt x="18873743" y="144780"/>
                  </a:lnTo>
                  <a:lnTo>
                    <a:pt x="144780" y="144780"/>
                  </a:lnTo>
                  <a:lnTo>
                    <a:pt x="144780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</p:sp>
      </p:grpSp>
      <p:sp>
        <p:nvSpPr>
          <p:cNvPr id="463" name="Google Shape;463;p22"/>
          <p:cNvSpPr txBox="1"/>
          <p:nvPr/>
        </p:nvSpPr>
        <p:spPr>
          <a:xfrm>
            <a:off x="1158221" y="3047549"/>
            <a:ext cx="6952045" cy="39471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-410210" lvl="1" marL="820421" marR="0" rtl="0"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800"/>
              <a:buFont typeface="Arial"/>
              <a:buChar char="•"/>
            </a:pPr>
            <a:r>
              <a:rPr b="1" i="0" lang="en-US" sz="3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Chỉ một tầng kiểm tra thắng</a:t>
            </a:r>
            <a:endParaRPr/>
          </a:p>
          <a:p>
            <a:pPr indent="-410210" lvl="1" marL="820421" marR="0" rtl="0"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800"/>
              <a:buFont typeface="Arial"/>
              <a:buChar char="•"/>
            </a:pPr>
            <a:r>
              <a:rPr b="1" i="0" lang="en-US" sz="3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Thắng khi có 5 quân liên tiếp theo chiều ngang, dọc, chéo</a:t>
            </a:r>
            <a:endParaRPr/>
          </a:p>
          <a:p>
            <a:pPr indent="-410210" lvl="1" marL="820421" marR="0" rtl="0"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800"/>
              <a:buFont typeface="Arial"/>
              <a:buChar char="•"/>
            </a:pPr>
            <a:r>
              <a:rPr b="1" i="0" lang="en-US" sz="3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Duyệt từng ô</a:t>
            </a:r>
            <a:endParaRPr/>
          </a:p>
          <a:p>
            <a:pPr indent="-410210" lvl="1" marL="820421" marR="0" rtl="0"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800"/>
              <a:buFont typeface="Arial"/>
              <a:buChar char="•"/>
            </a:pPr>
            <a:r>
              <a:rPr b="1" i="0" lang="en-US" sz="3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Nếu ô là X/O → kiểm tra đủ 5 ô cùng loại liên tiếp</a:t>
            </a:r>
            <a:endParaRPr/>
          </a:p>
        </p:txBody>
      </p:sp>
      <p:grpSp>
        <p:nvGrpSpPr>
          <p:cNvPr id="464" name="Google Shape;464;p22"/>
          <p:cNvGrpSpPr/>
          <p:nvPr/>
        </p:nvGrpSpPr>
        <p:grpSpPr>
          <a:xfrm>
            <a:off x="9953162" y="2540324"/>
            <a:ext cx="7228928" cy="7038059"/>
            <a:chOff x="0" y="0"/>
            <a:chExt cx="19018523" cy="18516367"/>
          </a:xfrm>
        </p:grpSpPr>
        <p:sp>
          <p:nvSpPr>
            <p:cNvPr id="465" name="Google Shape;465;p22"/>
            <p:cNvSpPr/>
            <p:nvPr/>
          </p:nvSpPr>
          <p:spPr>
            <a:xfrm>
              <a:off x="72390" y="72390"/>
              <a:ext cx="18873743" cy="18371587"/>
            </a:xfrm>
            <a:custGeom>
              <a:rect b="b" l="l" r="r" t="t"/>
              <a:pathLst>
                <a:path extrusionOk="0" h="18371587" w="18873743">
                  <a:moveTo>
                    <a:pt x="0" y="0"/>
                  </a:moveTo>
                  <a:lnTo>
                    <a:pt x="18873743" y="0"/>
                  </a:lnTo>
                  <a:lnTo>
                    <a:pt x="18873743" y="18371587"/>
                  </a:lnTo>
                  <a:lnTo>
                    <a:pt x="0" y="1837158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</p:sp>
        <p:sp>
          <p:nvSpPr>
            <p:cNvPr id="466" name="Google Shape;466;p22"/>
            <p:cNvSpPr/>
            <p:nvPr/>
          </p:nvSpPr>
          <p:spPr>
            <a:xfrm>
              <a:off x="0" y="0"/>
              <a:ext cx="19018523" cy="18516367"/>
            </a:xfrm>
            <a:custGeom>
              <a:rect b="b" l="l" r="r" t="t"/>
              <a:pathLst>
                <a:path extrusionOk="0" h="18516367" w="19018523">
                  <a:moveTo>
                    <a:pt x="18873743" y="18371587"/>
                  </a:moveTo>
                  <a:lnTo>
                    <a:pt x="19018523" y="18371587"/>
                  </a:lnTo>
                  <a:lnTo>
                    <a:pt x="19018523" y="18516367"/>
                  </a:lnTo>
                  <a:lnTo>
                    <a:pt x="18873743" y="18516367"/>
                  </a:lnTo>
                  <a:lnTo>
                    <a:pt x="18873743" y="18371587"/>
                  </a:lnTo>
                  <a:close/>
                  <a:moveTo>
                    <a:pt x="0" y="144780"/>
                  </a:moveTo>
                  <a:lnTo>
                    <a:pt x="144780" y="144780"/>
                  </a:lnTo>
                  <a:lnTo>
                    <a:pt x="144780" y="18371587"/>
                  </a:lnTo>
                  <a:lnTo>
                    <a:pt x="0" y="18371587"/>
                  </a:lnTo>
                  <a:lnTo>
                    <a:pt x="0" y="144780"/>
                  </a:lnTo>
                  <a:close/>
                  <a:moveTo>
                    <a:pt x="0" y="18371587"/>
                  </a:moveTo>
                  <a:lnTo>
                    <a:pt x="144780" y="18371587"/>
                  </a:lnTo>
                  <a:lnTo>
                    <a:pt x="144780" y="18516367"/>
                  </a:lnTo>
                  <a:lnTo>
                    <a:pt x="0" y="18516367"/>
                  </a:lnTo>
                  <a:lnTo>
                    <a:pt x="0" y="18371587"/>
                  </a:lnTo>
                  <a:close/>
                  <a:moveTo>
                    <a:pt x="18873743" y="144780"/>
                  </a:moveTo>
                  <a:lnTo>
                    <a:pt x="19018523" y="144780"/>
                  </a:lnTo>
                  <a:lnTo>
                    <a:pt x="19018523" y="18371587"/>
                  </a:lnTo>
                  <a:lnTo>
                    <a:pt x="18873743" y="18371587"/>
                  </a:lnTo>
                  <a:lnTo>
                    <a:pt x="18873743" y="144780"/>
                  </a:lnTo>
                  <a:close/>
                  <a:moveTo>
                    <a:pt x="144780" y="18371587"/>
                  </a:moveTo>
                  <a:lnTo>
                    <a:pt x="18873743" y="18371587"/>
                  </a:lnTo>
                  <a:lnTo>
                    <a:pt x="18873743" y="18516367"/>
                  </a:lnTo>
                  <a:lnTo>
                    <a:pt x="144780" y="18516367"/>
                  </a:lnTo>
                  <a:lnTo>
                    <a:pt x="144780" y="18371587"/>
                  </a:lnTo>
                  <a:close/>
                  <a:moveTo>
                    <a:pt x="18873743" y="0"/>
                  </a:moveTo>
                  <a:lnTo>
                    <a:pt x="19018523" y="0"/>
                  </a:lnTo>
                  <a:lnTo>
                    <a:pt x="19018523" y="144780"/>
                  </a:lnTo>
                  <a:lnTo>
                    <a:pt x="18873743" y="144780"/>
                  </a:lnTo>
                  <a:lnTo>
                    <a:pt x="18873743" y="0"/>
                  </a:lnTo>
                  <a:close/>
                  <a:moveTo>
                    <a:pt x="0" y="0"/>
                  </a:moveTo>
                  <a:lnTo>
                    <a:pt x="144780" y="0"/>
                  </a:lnTo>
                  <a:lnTo>
                    <a:pt x="144780" y="144780"/>
                  </a:lnTo>
                  <a:lnTo>
                    <a:pt x="0" y="144780"/>
                  </a:lnTo>
                  <a:lnTo>
                    <a:pt x="0" y="0"/>
                  </a:lnTo>
                  <a:close/>
                  <a:moveTo>
                    <a:pt x="144780" y="0"/>
                  </a:moveTo>
                  <a:lnTo>
                    <a:pt x="18873743" y="0"/>
                  </a:lnTo>
                  <a:lnTo>
                    <a:pt x="18873743" y="144780"/>
                  </a:lnTo>
                  <a:lnTo>
                    <a:pt x="144780" y="144780"/>
                  </a:lnTo>
                  <a:lnTo>
                    <a:pt x="144780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</p:sp>
      </p:grpSp>
      <p:sp>
        <p:nvSpPr>
          <p:cNvPr id="467" name="Google Shape;467;p22"/>
          <p:cNvSpPr txBox="1"/>
          <p:nvPr/>
        </p:nvSpPr>
        <p:spPr>
          <a:xfrm>
            <a:off x="10091604" y="3057074"/>
            <a:ext cx="6952045" cy="54578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-377826" lvl="1" marL="755652" marR="0" rtl="0"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Char char="•"/>
            </a:pPr>
            <a:r>
              <a:rPr b="1" i="0" lang="en-US" sz="35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Có hai tầng kiểm tra thắng</a:t>
            </a:r>
            <a:endParaRPr/>
          </a:p>
          <a:p>
            <a:pPr indent="-377826" lvl="1" marL="755652" marR="0" rtl="0"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Char char="•"/>
            </a:pPr>
            <a:r>
              <a:rPr b="1" i="0" lang="en-US" sz="35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Tầng 1: 3 ô liên tiếp cùng loại trong bàn 3×3 nhỏ</a:t>
            </a:r>
            <a:endParaRPr/>
          </a:p>
          <a:p>
            <a:pPr indent="-377826" lvl="1" marL="755652" marR="0" rtl="0"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Char char="•"/>
            </a:pPr>
            <a:r>
              <a:rPr b="1" i="0" lang="en-US" sz="35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Khi thắng: Ô lớn chứa cụm 3x3 được gán ký tự X hoặc O</a:t>
            </a:r>
            <a:endParaRPr/>
          </a:p>
          <a:p>
            <a:pPr indent="-377826" lvl="1" marL="755652" marR="0" rtl="0"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Char char="•"/>
            </a:pPr>
            <a:r>
              <a:rPr b="1" i="0" lang="en-US" sz="35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Tầng 2: Thắng bàn 3x3 lớn</a:t>
            </a:r>
            <a:endParaRPr/>
          </a:p>
          <a:p>
            <a:pPr indent="-377826" lvl="1" marL="755652" marR="0" rtl="0"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Char char="•"/>
            </a:pPr>
            <a:r>
              <a:rPr b="1" i="0" lang="en-US" sz="35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Sau khi ô lớn đã có chủ</a:t>
            </a:r>
            <a:endParaRPr/>
          </a:p>
          <a:p>
            <a:pPr indent="-377826" lvl="1" marL="755652" marR="0" rtl="0"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Char char="•"/>
            </a:pPr>
            <a:r>
              <a:rPr b="1" i="0" lang="en-US" sz="35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3 ô lớn liên tiếp theo ngang – dọc – chéo sẽ được tính là thắng</a:t>
            </a:r>
            <a:endParaRPr/>
          </a:p>
        </p:txBody>
      </p:sp>
      <p:sp>
        <p:nvSpPr>
          <p:cNvPr id="468" name="Google Shape;468;p22"/>
          <p:cNvSpPr txBox="1"/>
          <p:nvPr/>
        </p:nvSpPr>
        <p:spPr>
          <a:xfrm>
            <a:off x="17259300" y="9210675"/>
            <a:ext cx="152400" cy="2000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000" u="none" cap="none" strike="noStrike">
                <a:solidFill>
                  <a:srgbClr val="000000"/>
                </a:solidFill>
                <a:latin typeface="Noto Sans"/>
                <a:ea typeface="Noto Sans"/>
                <a:cs typeface="Noto Sans"/>
                <a:sym typeface="Noto Sans"/>
              </a:rPr>
              <a:t>22</a:t>
            </a:r>
            <a:endParaRPr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72" name="Shape 4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A diagram of a flowchart&#10;&#10;AI-generated content may be incorrect." id="473" name="Google Shape;473;p2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143" y="643"/>
            <a:ext cx="18285714" cy="1028571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77" name="Shape 4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78" name="Google Shape;478;p24"/>
          <p:cNvGrpSpPr/>
          <p:nvPr/>
        </p:nvGrpSpPr>
        <p:grpSpPr>
          <a:xfrm>
            <a:off x="826781" y="2659545"/>
            <a:ext cx="16802875" cy="7118905"/>
            <a:chOff x="0" y="0"/>
            <a:chExt cx="44206536" cy="18729065"/>
          </a:xfrm>
        </p:grpSpPr>
        <p:sp>
          <p:nvSpPr>
            <p:cNvPr id="479" name="Google Shape;479;p24"/>
            <p:cNvSpPr/>
            <p:nvPr/>
          </p:nvSpPr>
          <p:spPr>
            <a:xfrm>
              <a:off x="72390" y="72390"/>
              <a:ext cx="44061756" cy="18584285"/>
            </a:xfrm>
            <a:custGeom>
              <a:rect b="b" l="l" r="r" t="t"/>
              <a:pathLst>
                <a:path extrusionOk="0" h="18584285" w="44061756">
                  <a:moveTo>
                    <a:pt x="0" y="0"/>
                  </a:moveTo>
                  <a:lnTo>
                    <a:pt x="44061756" y="0"/>
                  </a:lnTo>
                  <a:lnTo>
                    <a:pt x="44061756" y="18584285"/>
                  </a:lnTo>
                  <a:lnTo>
                    <a:pt x="0" y="1858428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</p:sp>
        <p:sp>
          <p:nvSpPr>
            <p:cNvPr id="480" name="Google Shape;480;p24"/>
            <p:cNvSpPr/>
            <p:nvPr/>
          </p:nvSpPr>
          <p:spPr>
            <a:xfrm>
              <a:off x="0" y="0"/>
              <a:ext cx="44206536" cy="18729065"/>
            </a:xfrm>
            <a:custGeom>
              <a:rect b="b" l="l" r="r" t="t"/>
              <a:pathLst>
                <a:path extrusionOk="0" h="18729065" w="44206536">
                  <a:moveTo>
                    <a:pt x="44061754" y="18584284"/>
                  </a:moveTo>
                  <a:lnTo>
                    <a:pt x="44206536" y="18584284"/>
                  </a:lnTo>
                  <a:lnTo>
                    <a:pt x="44206536" y="18729065"/>
                  </a:lnTo>
                  <a:lnTo>
                    <a:pt x="44061754" y="18729065"/>
                  </a:lnTo>
                  <a:lnTo>
                    <a:pt x="44061754" y="18584284"/>
                  </a:lnTo>
                  <a:close/>
                  <a:moveTo>
                    <a:pt x="0" y="144780"/>
                  </a:moveTo>
                  <a:lnTo>
                    <a:pt x="144780" y="144780"/>
                  </a:lnTo>
                  <a:lnTo>
                    <a:pt x="144780" y="18584284"/>
                  </a:lnTo>
                  <a:lnTo>
                    <a:pt x="0" y="18584284"/>
                  </a:lnTo>
                  <a:lnTo>
                    <a:pt x="0" y="144780"/>
                  </a:lnTo>
                  <a:close/>
                  <a:moveTo>
                    <a:pt x="0" y="18584284"/>
                  </a:moveTo>
                  <a:lnTo>
                    <a:pt x="144780" y="18584284"/>
                  </a:lnTo>
                  <a:lnTo>
                    <a:pt x="144780" y="18729065"/>
                  </a:lnTo>
                  <a:lnTo>
                    <a:pt x="0" y="18729065"/>
                  </a:lnTo>
                  <a:lnTo>
                    <a:pt x="0" y="18584284"/>
                  </a:lnTo>
                  <a:close/>
                  <a:moveTo>
                    <a:pt x="44061754" y="144780"/>
                  </a:moveTo>
                  <a:lnTo>
                    <a:pt x="44206536" y="144780"/>
                  </a:lnTo>
                  <a:lnTo>
                    <a:pt x="44206536" y="18584284"/>
                  </a:lnTo>
                  <a:lnTo>
                    <a:pt x="44061754" y="18584284"/>
                  </a:lnTo>
                  <a:lnTo>
                    <a:pt x="44061754" y="144780"/>
                  </a:lnTo>
                  <a:close/>
                  <a:moveTo>
                    <a:pt x="144780" y="18584284"/>
                  </a:moveTo>
                  <a:lnTo>
                    <a:pt x="44061754" y="18584284"/>
                  </a:lnTo>
                  <a:lnTo>
                    <a:pt x="44061754" y="18729065"/>
                  </a:lnTo>
                  <a:lnTo>
                    <a:pt x="144780" y="18729065"/>
                  </a:lnTo>
                  <a:lnTo>
                    <a:pt x="144780" y="18584284"/>
                  </a:lnTo>
                  <a:close/>
                  <a:moveTo>
                    <a:pt x="44061754" y="0"/>
                  </a:moveTo>
                  <a:lnTo>
                    <a:pt x="44206536" y="0"/>
                  </a:lnTo>
                  <a:lnTo>
                    <a:pt x="44206536" y="144780"/>
                  </a:lnTo>
                  <a:lnTo>
                    <a:pt x="44061754" y="144780"/>
                  </a:lnTo>
                  <a:lnTo>
                    <a:pt x="44061754" y="0"/>
                  </a:lnTo>
                  <a:close/>
                  <a:moveTo>
                    <a:pt x="0" y="0"/>
                  </a:moveTo>
                  <a:lnTo>
                    <a:pt x="144780" y="0"/>
                  </a:lnTo>
                  <a:lnTo>
                    <a:pt x="144780" y="144780"/>
                  </a:lnTo>
                  <a:lnTo>
                    <a:pt x="0" y="144780"/>
                  </a:lnTo>
                  <a:lnTo>
                    <a:pt x="0" y="0"/>
                  </a:lnTo>
                  <a:close/>
                  <a:moveTo>
                    <a:pt x="144780" y="0"/>
                  </a:moveTo>
                  <a:lnTo>
                    <a:pt x="44061754" y="0"/>
                  </a:lnTo>
                  <a:lnTo>
                    <a:pt x="44061754" y="144780"/>
                  </a:lnTo>
                  <a:lnTo>
                    <a:pt x="144780" y="144780"/>
                  </a:lnTo>
                  <a:lnTo>
                    <a:pt x="144780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</p:sp>
      </p:grpSp>
      <p:grpSp>
        <p:nvGrpSpPr>
          <p:cNvPr id="481" name="Google Shape;481;p24"/>
          <p:cNvGrpSpPr/>
          <p:nvPr/>
        </p:nvGrpSpPr>
        <p:grpSpPr>
          <a:xfrm>
            <a:off x="815929" y="568674"/>
            <a:ext cx="16813727" cy="1698913"/>
            <a:chOff x="0" y="0"/>
            <a:chExt cx="9906321" cy="1000967"/>
          </a:xfrm>
        </p:grpSpPr>
        <p:sp>
          <p:nvSpPr>
            <p:cNvPr id="482" name="Google Shape;482;p24"/>
            <p:cNvSpPr/>
            <p:nvPr/>
          </p:nvSpPr>
          <p:spPr>
            <a:xfrm>
              <a:off x="80010" y="80010"/>
              <a:ext cx="9813611" cy="908257"/>
            </a:xfrm>
            <a:custGeom>
              <a:rect b="b" l="l" r="r" t="t"/>
              <a:pathLst>
                <a:path extrusionOk="0" h="908257" w="9813611">
                  <a:moveTo>
                    <a:pt x="0" y="853647"/>
                  </a:moveTo>
                  <a:lnTo>
                    <a:pt x="0" y="908257"/>
                  </a:lnTo>
                  <a:lnTo>
                    <a:pt x="9813611" y="908257"/>
                  </a:lnTo>
                  <a:lnTo>
                    <a:pt x="9813611" y="0"/>
                  </a:lnTo>
                  <a:lnTo>
                    <a:pt x="9759000" y="0"/>
                  </a:lnTo>
                  <a:lnTo>
                    <a:pt x="9759000" y="853647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</p:sp>
        <p:sp>
          <p:nvSpPr>
            <p:cNvPr id="483" name="Google Shape;483;p24"/>
            <p:cNvSpPr/>
            <p:nvPr/>
          </p:nvSpPr>
          <p:spPr>
            <a:xfrm>
              <a:off x="67310" y="67310"/>
              <a:ext cx="9839011" cy="933657"/>
            </a:xfrm>
            <a:custGeom>
              <a:rect b="b" l="l" r="r" t="t"/>
              <a:pathLst>
                <a:path extrusionOk="0" h="933657" w="9839011">
                  <a:moveTo>
                    <a:pt x="9771700" y="0"/>
                  </a:moveTo>
                  <a:lnTo>
                    <a:pt x="9771700" y="12700"/>
                  </a:lnTo>
                  <a:lnTo>
                    <a:pt x="9826311" y="12700"/>
                  </a:lnTo>
                  <a:lnTo>
                    <a:pt x="9826311" y="920957"/>
                  </a:lnTo>
                  <a:lnTo>
                    <a:pt x="12700" y="920957"/>
                  </a:lnTo>
                  <a:lnTo>
                    <a:pt x="12700" y="866347"/>
                  </a:lnTo>
                  <a:lnTo>
                    <a:pt x="0" y="866347"/>
                  </a:lnTo>
                  <a:lnTo>
                    <a:pt x="0" y="933657"/>
                  </a:lnTo>
                  <a:lnTo>
                    <a:pt x="9839011" y="933657"/>
                  </a:lnTo>
                  <a:lnTo>
                    <a:pt x="9839011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</p:sp>
        <p:sp>
          <p:nvSpPr>
            <p:cNvPr id="484" name="Google Shape;484;p24"/>
            <p:cNvSpPr/>
            <p:nvPr/>
          </p:nvSpPr>
          <p:spPr>
            <a:xfrm>
              <a:off x="12700" y="12700"/>
              <a:ext cx="9813610" cy="908257"/>
            </a:xfrm>
            <a:custGeom>
              <a:rect b="b" l="l" r="r" t="t"/>
              <a:pathLst>
                <a:path extrusionOk="0" h="908257" w="9813610">
                  <a:moveTo>
                    <a:pt x="0" y="0"/>
                  </a:moveTo>
                  <a:lnTo>
                    <a:pt x="9813610" y="0"/>
                  </a:lnTo>
                  <a:lnTo>
                    <a:pt x="9813610" y="908257"/>
                  </a:lnTo>
                  <a:lnTo>
                    <a:pt x="0" y="908257"/>
                  </a:lnTo>
                  <a:close/>
                </a:path>
              </a:pathLst>
            </a:custGeom>
            <a:solidFill>
              <a:srgbClr val="FF93D8"/>
            </a:solidFill>
            <a:ln>
              <a:noFill/>
            </a:ln>
          </p:spPr>
        </p:sp>
        <p:sp>
          <p:nvSpPr>
            <p:cNvPr id="485" name="Google Shape;485;p24"/>
            <p:cNvSpPr/>
            <p:nvPr/>
          </p:nvSpPr>
          <p:spPr>
            <a:xfrm>
              <a:off x="0" y="0"/>
              <a:ext cx="9839011" cy="933657"/>
            </a:xfrm>
            <a:custGeom>
              <a:rect b="b" l="l" r="r" t="t"/>
              <a:pathLst>
                <a:path extrusionOk="0" h="933657" w="9839011">
                  <a:moveTo>
                    <a:pt x="80010" y="933657"/>
                  </a:moveTo>
                  <a:lnTo>
                    <a:pt x="9839011" y="933657"/>
                  </a:lnTo>
                  <a:lnTo>
                    <a:pt x="9839011" y="80010"/>
                  </a:lnTo>
                  <a:lnTo>
                    <a:pt x="9839011" y="67310"/>
                  </a:lnTo>
                  <a:lnTo>
                    <a:pt x="9839011" y="0"/>
                  </a:lnTo>
                  <a:lnTo>
                    <a:pt x="0" y="0"/>
                  </a:lnTo>
                  <a:lnTo>
                    <a:pt x="0" y="933657"/>
                  </a:lnTo>
                  <a:lnTo>
                    <a:pt x="67310" y="933657"/>
                  </a:lnTo>
                  <a:lnTo>
                    <a:pt x="80010" y="933657"/>
                  </a:lnTo>
                  <a:close/>
                  <a:moveTo>
                    <a:pt x="12700" y="12700"/>
                  </a:moveTo>
                  <a:lnTo>
                    <a:pt x="9826310" y="12700"/>
                  </a:lnTo>
                  <a:lnTo>
                    <a:pt x="9826310" y="920957"/>
                  </a:lnTo>
                  <a:lnTo>
                    <a:pt x="12700" y="920957"/>
                  </a:lnTo>
                  <a:lnTo>
                    <a:pt x="12700" y="1270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</p:sp>
      </p:grpSp>
      <p:sp>
        <p:nvSpPr>
          <p:cNvPr id="486" name="Google Shape;486;p24"/>
          <p:cNvSpPr txBox="1"/>
          <p:nvPr/>
        </p:nvSpPr>
        <p:spPr>
          <a:xfrm>
            <a:off x="490998" y="779956"/>
            <a:ext cx="17463590" cy="11334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65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EVENTCONTROLLER CLASSIC MODE</a:t>
            </a:r>
            <a:endParaRPr/>
          </a:p>
        </p:txBody>
      </p:sp>
      <p:sp>
        <p:nvSpPr>
          <p:cNvPr id="487" name="Google Shape;487;p24"/>
          <p:cNvSpPr txBox="1"/>
          <p:nvPr/>
        </p:nvSpPr>
        <p:spPr>
          <a:xfrm>
            <a:off x="4335951" y="3471939"/>
            <a:ext cx="9616098" cy="480060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-431796" lvl="1" marL="863593" marR="0" rtl="0" algn="l">
              <a:lnSpc>
                <a:spcPct val="135008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999"/>
              <a:buFont typeface="Arial"/>
              <a:buChar char="•"/>
            </a:pPr>
            <a:r>
              <a:rPr b="1" i="0" lang="en-US" sz="3999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Xử lý sự kiện bàn phím và cửa sổ game</a:t>
            </a:r>
            <a:endParaRPr/>
          </a:p>
          <a:p>
            <a:pPr indent="-431796" lvl="1" marL="863593" marR="0" rtl="0" algn="l">
              <a:lnSpc>
                <a:spcPct val="135008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999"/>
              <a:buFont typeface="Arial"/>
              <a:buChar char="•"/>
            </a:pPr>
            <a:r>
              <a:rPr b="1" i="0" lang="en-US" sz="3999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ESC: tạm dừng game, mở options</a:t>
            </a:r>
            <a:endParaRPr/>
          </a:p>
          <a:p>
            <a:pPr indent="-431796" lvl="1" marL="863593" marR="0" rtl="0" algn="l">
              <a:lnSpc>
                <a:spcPct val="135008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999"/>
              <a:buFont typeface="Arial"/>
              <a:buChar char="•"/>
            </a:pPr>
            <a:r>
              <a:rPr b="1" i="0" lang="en-US" sz="3999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W / A / S / D: di chuyển con trỏ</a:t>
            </a:r>
            <a:endParaRPr/>
          </a:p>
          <a:p>
            <a:pPr indent="-431796" lvl="1" marL="863593" marR="0" rtl="0" algn="l">
              <a:lnSpc>
                <a:spcPct val="135008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999"/>
              <a:buFont typeface="Arial"/>
              <a:buChar char="•"/>
            </a:pPr>
            <a:r>
              <a:rPr b="1" i="0" lang="en-US" sz="3999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ENTER: </a:t>
            </a:r>
            <a:endParaRPr/>
          </a:p>
          <a:p>
            <a:pPr indent="-575729" lvl="2" marL="1727186" marR="0" rtl="0" algn="l">
              <a:lnSpc>
                <a:spcPct val="135008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999"/>
              <a:buFont typeface="Arial"/>
              <a:buChar char="⚬"/>
            </a:pPr>
            <a:r>
              <a:rPr b="1" i="0" lang="en-US" sz="3999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Đặt quân cờ, cập nhật lượt đi</a:t>
            </a:r>
            <a:endParaRPr/>
          </a:p>
          <a:p>
            <a:pPr indent="-575729" lvl="2" marL="1727186" marR="0" rtl="0" algn="l">
              <a:lnSpc>
                <a:spcPct val="135008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999"/>
              <a:buFont typeface="Arial"/>
              <a:buChar char="⚬"/>
            </a:pPr>
            <a:r>
              <a:rPr b="1" i="0" lang="en-US" sz="3999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Kiểm tra thắng hoặc hòa</a:t>
            </a:r>
            <a:endParaRPr/>
          </a:p>
          <a:p>
            <a:pPr indent="-575729" lvl="2" marL="1727186" marR="0" rtl="0" algn="l">
              <a:lnSpc>
                <a:spcPct val="135008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999"/>
              <a:buFont typeface="Arial"/>
              <a:buChar char="⚬"/>
            </a:pPr>
            <a:r>
              <a:rPr b="1" i="0" lang="en-US" sz="3999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Kết thúc ván đấu hoặc đổi lượt</a:t>
            </a:r>
            <a:endParaRPr/>
          </a:p>
        </p:txBody>
      </p:sp>
      <p:sp>
        <p:nvSpPr>
          <p:cNvPr id="488" name="Google Shape;488;p24"/>
          <p:cNvSpPr txBox="1"/>
          <p:nvPr/>
        </p:nvSpPr>
        <p:spPr>
          <a:xfrm>
            <a:off x="17809332" y="9730825"/>
            <a:ext cx="152400" cy="2000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000" u="none" cap="none" strike="noStrike">
                <a:solidFill>
                  <a:srgbClr val="000000"/>
                </a:solidFill>
                <a:latin typeface="Noto Sans"/>
                <a:ea typeface="Noto Sans"/>
                <a:cs typeface="Noto Sans"/>
                <a:sym typeface="Noto Sans"/>
              </a:rPr>
              <a:t>24</a:t>
            </a:r>
            <a:endParaRPr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92" name="Shape 4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93" name="Google Shape;493;p2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80152" y="762143"/>
            <a:ext cx="16127696" cy="9071829"/>
          </a:xfrm>
          <a:prstGeom prst="rect">
            <a:avLst/>
          </a:prstGeom>
          <a:noFill/>
          <a:ln>
            <a:noFill/>
          </a:ln>
        </p:spPr>
      </p:pic>
      <p:sp>
        <p:nvSpPr>
          <p:cNvPr id="494" name="Google Shape;494;p25"/>
          <p:cNvSpPr txBox="1"/>
          <p:nvPr/>
        </p:nvSpPr>
        <p:spPr>
          <a:xfrm>
            <a:off x="17259300" y="9210675"/>
            <a:ext cx="152400" cy="2000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000" u="none" cap="none" strike="noStrike">
                <a:solidFill>
                  <a:srgbClr val="000000"/>
                </a:solidFill>
                <a:latin typeface="Noto Sans"/>
                <a:ea typeface="Noto Sans"/>
                <a:cs typeface="Noto Sans"/>
                <a:sym typeface="Noto Sans"/>
              </a:rPr>
              <a:t>25</a:t>
            </a:r>
            <a:endParaRPr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98" name="Shape 4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99" name="Google Shape;499;p26"/>
          <p:cNvGrpSpPr/>
          <p:nvPr/>
        </p:nvGrpSpPr>
        <p:grpSpPr>
          <a:xfrm>
            <a:off x="826781" y="2659545"/>
            <a:ext cx="16802875" cy="7118905"/>
            <a:chOff x="0" y="0"/>
            <a:chExt cx="44206536" cy="18729065"/>
          </a:xfrm>
        </p:grpSpPr>
        <p:sp>
          <p:nvSpPr>
            <p:cNvPr id="500" name="Google Shape;500;p26"/>
            <p:cNvSpPr/>
            <p:nvPr/>
          </p:nvSpPr>
          <p:spPr>
            <a:xfrm>
              <a:off x="72390" y="72390"/>
              <a:ext cx="44061756" cy="18584285"/>
            </a:xfrm>
            <a:custGeom>
              <a:rect b="b" l="l" r="r" t="t"/>
              <a:pathLst>
                <a:path extrusionOk="0" h="18584285" w="44061756">
                  <a:moveTo>
                    <a:pt x="0" y="0"/>
                  </a:moveTo>
                  <a:lnTo>
                    <a:pt x="44061756" y="0"/>
                  </a:lnTo>
                  <a:lnTo>
                    <a:pt x="44061756" y="18584285"/>
                  </a:lnTo>
                  <a:lnTo>
                    <a:pt x="0" y="1858428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</p:sp>
        <p:sp>
          <p:nvSpPr>
            <p:cNvPr id="501" name="Google Shape;501;p26"/>
            <p:cNvSpPr/>
            <p:nvPr/>
          </p:nvSpPr>
          <p:spPr>
            <a:xfrm>
              <a:off x="0" y="0"/>
              <a:ext cx="44206536" cy="18729065"/>
            </a:xfrm>
            <a:custGeom>
              <a:rect b="b" l="l" r="r" t="t"/>
              <a:pathLst>
                <a:path extrusionOk="0" h="18729065" w="44206536">
                  <a:moveTo>
                    <a:pt x="44061754" y="18584284"/>
                  </a:moveTo>
                  <a:lnTo>
                    <a:pt x="44206536" y="18584284"/>
                  </a:lnTo>
                  <a:lnTo>
                    <a:pt x="44206536" y="18729065"/>
                  </a:lnTo>
                  <a:lnTo>
                    <a:pt x="44061754" y="18729065"/>
                  </a:lnTo>
                  <a:lnTo>
                    <a:pt x="44061754" y="18584284"/>
                  </a:lnTo>
                  <a:close/>
                  <a:moveTo>
                    <a:pt x="0" y="144780"/>
                  </a:moveTo>
                  <a:lnTo>
                    <a:pt x="144780" y="144780"/>
                  </a:lnTo>
                  <a:lnTo>
                    <a:pt x="144780" y="18584284"/>
                  </a:lnTo>
                  <a:lnTo>
                    <a:pt x="0" y="18584284"/>
                  </a:lnTo>
                  <a:lnTo>
                    <a:pt x="0" y="144780"/>
                  </a:lnTo>
                  <a:close/>
                  <a:moveTo>
                    <a:pt x="0" y="18584284"/>
                  </a:moveTo>
                  <a:lnTo>
                    <a:pt x="144780" y="18584284"/>
                  </a:lnTo>
                  <a:lnTo>
                    <a:pt x="144780" y="18729065"/>
                  </a:lnTo>
                  <a:lnTo>
                    <a:pt x="0" y="18729065"/>
                  </a:lnTo>
                  <a:lnTo>
                    <a:pt x="0" y="18584284"/>
                  </a:lnTo>
                  <a:close/>
                  <a:moveTo>
                    <a:pt x="44061754" y="144780"/>
                  </a:moveTo>
                  <a:lnTo>
                    <a:pt x="44206536" y="144780"/>
                  </a:lnTo>
                  <a:lnTo>
                    <a:pt x="44206536" y="18584284"/>
                  </a:lnTo>
                  <a:lnTo>
                    <a:pt x="44061754" y="18584284"/>
                  </a:lnTo>
                  <a:lnTo>
                    <a:pt x="44061754" y="144780"/>
                  </a:lnTo>
                  <a:close/>
                  <a:moveTo>
                    <a:pt x="144780" y="18584284"/>
                  </a:moveTo>
                  <a:lnTo>
                    <a:pt x="44061754" y="18584284"/>
                  </a:lnTo>
                  <a:lnTo>
                    <a:pt x="44061754" y="18729065"/>
                  </a:lnTo>
                  <a:lnTo>
                    <a:pt x="144780" y="18729065"/>
                  </a:lnTo>
                  <a:lnTo>
                    <a:pt x="144780" y="18584284"/>
                  </a:lnTo>
                  <a:close/>
                  <a:moveTo>
                    <a:pt x="44061754" y="0"/>
                  </a:moveTo>
                  <a:lnTo>
                    <a:pt x="44206536" y="0"/>
                  </a:lnTo>
                  <a:lnTo>
                    <a:pt x="44206536" y="144780"/>
                  </a:lnTo>
                  <a:lnTo>
                    <a:pt x="44061754" y="144780"/>
                  </a:lnTo>
                  <a:lnTo>
                    <a:pt x="44061754" y="0"/>
                  </a:lnTo>
                  <a:close/>
                  <a:moveTo>
                    <a:pt x="0" y="0"/>
                  </a:moveTo>
                  <a:lnTo>
                    <a:pt x="144780" y="0"/>
                  </a:lnTo>
                  <a:lnTo>
                    <a:pt x="144780" y="144780"/>
                  </a:lnTo>
                  <a:lnTo>
                    <a:pt x="0" y="144780"/>
                  </a:lnTo>
                  <a:lnTo>
                    <a:pt x="0" y="0"/>
                  </a:lnTo>
                  <a:close/>
                  <a:moveTo>
                    <a:pt x="144780" y="0"/>
                  </a:moveTo>
                  <a:lnTo>
                    <a:pt x="44061754" y="0"/>
                  </a:lnTo>
                  <a:lnTo>
                    <a:pt x="44061754" y="144780"/>
                  </a:lnTo>
                  <a:lnTo>
                    <a:pt x="144780" y="144780"/>
                  </a:lnTo>
                  <a:lnTo>
                    <a:pt x="144780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</p:sp>
      </p:grpSp>
      <p:grpSp>
        <p:nvGrpSpPr>
          <p:cNvPr id="502" name="Google Shape;502;p26"/>
          <p:cNvGrpSpPr/>
          <p:nvPr/>
        </p:nvGrpSpPr>
        <p:grpSpPr>
          <a:xfrm>
            <a:off x="815929" y="568674"/>
            <a:ext cx="16813727" cy="1698913"/>
            <a:chOff x="0" y="0"/>
            <a:chExt cx="9906321" cy="1000967"/>
          </a:xfrm>
        </p:grpSpPr>
        <p:sp>
          <p:nvSpPr>
            <p:cNvPr id="503" name="Google Shape;503;p26"/>
            <p:cNvSpPr/>
            <p:nvPr/>
          </p:nvSpPr>
          <p:spPr>
            <a:xfrm>
              <a:off x="80010" y="80010"/>
              <a:ext cx="9813611" cy="908257"/>
            </a:xfrm>
            <a:custGeom>
              <a:rect b="b" l="l" r="r" t="t"/>
              <a:pathLst>
                <a:path extrusionOk="0" h="908257" w="9813611">
                  <a:moveTo>
                    <a:pt x="0" y="853647"/>
                  </a:moveTo>
                  <a:lnTo>
                    <a:pt x="0" y="908257"/>
                  </a:lnTo>
                  <a:lnTo>
                    <a:pt x="9813611" y="908257"/>
                  </a:lnTo>
                  <a:lnTo>
                    <a:pt x="9813611" y="0"/>
                  </a:lnTo>
                  <a:lnTo>
                    <a:pt x="9759000" y="0"/>
                  </a:lnTo>
                  <a:lnTo>
                    <a:pt x="9759000" y="853647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</p:sp>
        <p:sp>
          <p:nvSpPr>
            <p:cNvPr id="504" name="Google Shape;504;p26"/>
            <p:cNvSpPr/>
            <p:nvPr/>
          </p:nvSpPr>
          <p:spPr>
            <a:xfrm>
              <a:off x="67310" y="67310"/>
              <a:ext cx="9839011" cy="933657"/>
            </a:xfrm>
            <a:custGeom>
              <a:rect b="b" l="l" r="r" t="t"/>
              <a:pathLst>
                <a:path extrusionOk="0" h="933657" w="9839011">
                  <a:moveTo>
                    <a:pt x="9771700" y="0"/>
                  </a:moveTo>
                  <a:lnTo>
                    <a:pt x="9771700" y="12700"/>
                  </a:lnTo>
                  <a:lnTo>
                    <a:pt x="9826311" y="12700"/>
                  </a:lnTo>
                  <a:lnTo>
                    <a:pt x="9826311" y="920957"/>
                  </a:lnTo>
                  <a:lnTo>
                    <a:pt x="12700" y="920957"/>
                  </a:lnTo>
                  <a:lnTo>
                    <a:pt x="12700" y="866347"/>
                  </a:lnTo>
                  <a:lnTo>
                    <a:pt x="0" y="866347"/>
                  </a:lnTo>
                  <a:lnTo>
                    <a:pt x="0" y="933657"/>
                  </a:lnTo>
                  <a:lnTo>
                    <a:pt x="9839011" y="933657"/>
                  </a:lnTo>
                  <a:lnTo>
                    <a:pt x="9839011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</p:sp>
        <p:sp>
          <p:nvSpPr>
            <p:cNvPr id="505" name="Google Shape;505;p26"/>
            <p:cNvSpPr/>
            <p:nvPr/>
          </p:nvSpPr>
          <p:spPr>
            <a:xfrm>
              <a:off x="12700" y="12700"/>
              <a:ext cx="9813610" cy="908257"/>
            </a:xfrm>
            <a:custGeom>
              <a:rect b="b" l="l" r="r" t="t"/>
              <a:pathLst>
                <a:path extrusionOk="0" h="908257" w="9813610">
                  <a:moveTo>
                    <a:pt x="0" y="0"/>
                  </a:moveTo>
                  <a:lnTo>
                    <a:pt x="9813610" y="0"/>
                  </a:lnTo>
                  <a:lnTo>
                    <a:pt x="9813610" y="908257"/>
                  </a:lnTo>
                  <a:lnTo>
                    <a:pt x="0" y="908257"/>
                  </a:lnTo>
                  <a:close/>
                </a:path>
              </a:pathLst>
            </a:custGeom>
            <a:solidFill>
              <a:srgbClr val="FF93D8"/>
            </a:solidFill>
            <a:ln>
              <a:noFill/>
            </a:ln>
          </p:spPr>
        </p:sp>
        <p:sp>
          <p:nvSpPr>
            <p:cNvPr id="506" name="Google Shape;506;p26"/>
            <p:cNvSpPr/>
            <p:nvPr/>
          </p:nvSpPr>
          <p:spPr>
            <a:xfrm>
              <a:off x="0" y="0"/>
              <a:ext cx="9839011" cy="933657"/>
            </a:xfrm>
            <a:custGeom>
              <a:rect b="b" l="l" r="r" t="t"/>
              <a:pathLst>
                <a:path extrusionOk="0" h="933657" w="9839011">
                  <a:moveTo>
                    <a:pt x="80010" y="933657"/>
                  </a:moveTo>
                  <a:lnTo>
                    <a:pt x="9839011" y="933657"/>
                  </a:lnTo>
                  <a:lnTo>
                    <a:pt x="9839011" y="80010"/>
                  </a:lnTo>
                  <a:lnTo>
                    <a:pt x="9839011" y="67310"/>
                  </a:lnTo>
                  <a:lnTo>
                    <a:pt x="9839011" y="0"/>
                  </a:lnTo>
                  <a:lnTo>
                    <a:pt x="0" y="0"/>
                  </a:lnTo>
                  <a:lnTo>
                    <a:pt x="0" y="933657"/>
                  </a:lnTo>
                  <a:lnTo>
                    <a:pt x="67310" y="933657"/>
                  </a:lnTo>
                  <a:lnTo>
                    <a:pt x="80010" y="933657"/>
                  </a:lnTo>
                  <a:close/>
                  <a:moveTo>
                    <a:pt x="12700" y="12700"/>
                  </a:moveTo>
                  <a:lnTo>
                    <a:pt x="9826310" y="12700"/>
                  </a:lnTo>
                  <a:lnTo>
                    <a:pt x="9826310" y="920957"/>
                  </a:lnTo>
                  <a:lnTo>
                    <a:pt x="12700" y="920957"/>
                  </a:lnTo>
                  <a:lnTo>
                    <a:pt x="12700" y="1270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</p:sp>
      </p:grpSp>
      <p:sp>
        <p:nvSpPr>
          <p:cNvPr id="507" name="Google Shape;507;p26"/>
          <p:cNvSpPr txBox="1"/>
          <p:nvPr/>
        </p:nvSpPr>
        <p:spPr>
          <a:xfrm>
            <a:off x="490998" y="779956"/>
            <a:ext cx="17463590" cy="11334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65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EVENTCONTROLLER EXTREME MODE</a:t>
            </a:r>
            <a:endParaRPr/>
          </a:p>
        </p:txBody>
      </p:sp>
      <p:sp>
        <p:nvSpPr>
          <p:cNvPr id="508" name="Google Shape;508;p26"/>
          <p:cNvSpPr txBox="1"/>
          <p:nvPr/>
        </p:nvSpPr>
        <p:spPr>
          <a:xfrm>
            <a:off x="4212984" y="2732847"/>
            <a:ext cx="9616200" cy="6880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-393696" lvl="1" marL="863593" marR="0" rtl="0" algn="l">
              <a:lnSpc>
                <a:spcPct val="135008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399"/>
              <a:buFont typeface="Arial"/>
              <a:buChar char="•"/>
            </a:pPr>
            <a:r>
              <a:rPr b="1" i="0" lang="en-US" sz="3399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Xử lý sự kiện bàn phím và cửa sổ game</a:t>
            </a:r>
            <a:endParaRPr sz="800"/>
          </a:p>
          <a:p>
            <a:pPr indent="-393696" lvl="1" marL="863593" marR="0" rtl="0" algn="l">
              <a:lnSpc>
                <a:spcPct val="135008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399"/>
              <a:buFont typeface="Arial"/>
              <a:buChar char="•"/>
            </a:pPr>
            <a:r>
              <a:rPr b="1" i="0" lang="en-US" sz="3399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ESC: tạm dừng game, mở options</a:t>
            </a:r>
            <a:endParaRPr sz="800"/>
          </a:p>
          <a:p>
            <a:pPr indent="-393696" lvl="1" marL="863593" marR="0" rtl="0" algn="l">
              <a:lnSpc>
                <a:spcPct val="135008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399"/>
              <a:buFont typeface="Arial"/>
              <a:buChar char="•"/>
            </a:pPr>
            <a:r>
              <a:rPr b="1" i="0" lang="en-US" sz="3399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W / A / S / D: di chuyển con trỏ</a:t>
            </a:r>
            <a:endParaRPr sz="800"/>
          </a:p>
          <a:p>
            <a:pPr indent="-393696" lvl="1" marL="863593" marR="0" rtl="0" algn="l">
              <a:lnSpc>
                <a:spcPct val="135008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399"/>
              <a:buFont typeface="Arial"/>
              <a:buChar char="•"/>
            </a:pPr>
            <a:r>
              <a:rPr b="1" i="0" lang="en-US" sz="3399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ENTER: </a:t>
            </a:r>
            <a:endParaRPr sz="800"/>
          </a:p>
          <a:p>
            <a:pPr indent="-537629" lvl="2" marL="1727186" marR="0" rtl="0" algn="l">
              <a:lnSpc>
                <a:spcPct val="135008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399"/>
              <a:buFont typeface="Arial"/>
              <a:buChar char="⚬"/>
            </a:pPr>
            <a:r>
              <a:rPr b="1" i="0" lang="en-US" sz="3399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Đặt quân cờ tại ô đang chọn</a:t>
            </a:r>
            <a:endParaRPr sz="800"/>
          </a:p>
          <a:p>
            <a:pPr indent="-537629" lvl="2" marL="1727186" marR="0" rtl="0" algn="l">
              <a:lnSpc>
                <a:spcPct val="135008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399"/>
              <a:buFont typeface="Arial"/>
              <a:buChar char="⚬"/>
            </a:pPr>
            <a:r>
              <a:rPr b="1" i="0" lang="en-US" sz="3399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Cập nhật lượt đi</a:t>
            </a:r>
            <a:endParaRPr sz="800"/>
          </a:p>
          <a:p>
            <a:pPr indent="-537629" lvl="2" marL="1727186" marR="0" rtl="0" algn="l">
              <a:lnSpc>
                <a:spcPct val="135008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399"/>
              <a:buFont typeface="Arial"/>
              <a:buChar char="⚬"/>
            </a:pPr>
            <a:r>
              <a:rPr b="1" i="0" lang="en-US" sz="3399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Kiểm tra thắng / hòa bàn cờ nhỏ</a:t>
            </a:r>
            <a:endParaRPr sz="800"/>
          </a:p>
          <a:p>
            <a:pPr indent="-537629" lvl="2" marL="1727186" marR="0" rtl="0" algn="l">
              <a:lnSpc>
                <a:spcPct val="135008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399"/>
              <a:buFont typeface="Arial"/>
              <a:buChar char="⚬"/>
            </a:pPr>
            <a:r>
              <a:rPr b="1" i="0" lang="en-US" sz="3399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Cập nhật bàn cờ lớn</a:t>
            </a:r>
            <a:endParaRPr sz="800"/>
          </a:p>
          <a:p>
            <a:pPr indent="-537629" lvl="2" marL="1727186" marR="0" rtl="0" algn="l">
              <a:lnSpc>
                <a:spcPct val="135008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399"/>
              <a:buFont typeface="Arial"/>
              <a:buChar char="⚬"/>
            </a:pPr>
            <a:r>
              <a:rPr b="1" i="0" lang="en-US" sz="3399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Kiểm tra thắng / hòa toàn trận</a:t>
            </a:r>
            <a:endParaRPr sz="800"/>
          </a:p>
          <a:p>
            <a:pPr indent="-537629" lvl="2" marL="1727186" marR="0" rtl="0" algn="l">
              <a:lnSpc>
                <a:spcPct val="135008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399"/>
              <a:buFont typeface="Arial"/>
              <a:buChar char="⚬"/>
            </a:pPr>
            <a:r>
              <a:rPr b="1" i="0" lang="en-US" sz="3399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Kết thúc ván hoặc đổi lượt</a:t>
            </a:r>
            <a:endParaRPr sz="800"/>
          </a:p>
        </p:txBody>
      </p:sp>
      <p:sp>
        <p:nvSpPr>
          <p:cNvPr id="509" name="Google Shape;509;p26"/>
          <p:cNvSpPr txBox="1"/>
          <p:nvPr/>
        </p:nvSpPr>
        <p:spPr>
          <a:xfrm>
            <a:off x="17664075" y="9730825"/>
            <a:ext cx="152400" cy="2000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000" u="none" cap="none" strike="noStrike">
                <a:solidFill>
                  <a:srgbClr val="000000"/>
                </a:solidFill>
                <a:latin typeface="Noto Sans"/>
                <a:ea typeface="Noto Sans"/>
                <a:cs typeface="Noto Sans"/>
                <a:sym typeface="Noto Sans"/>
              </a:rPr>
              <a:t>26</a:t>
            </a:r>
            <a:endParaRPr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13" name="Shape 5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14" name="Google Shape;514;p2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134815" y="638334"/>
            <a:ext cx="16018369" cy="9010333"/>
          </a:xfrm>
          <a:prstGeom prst="rect">
            <a:avLst/>
          </a:prstGeom>
          <a:noFill/>
          <a:ln>
            <a:noFill/>
          </a:ln>
        </p:spPr>
      </p:pic>
      <p:sp>
        <p:nvSpPr>
          <p:cNvPr id="515" name="Google Shape;515;p27"/>
          <p:cNvSpPr txBox="1"/>
          <p:nvPr/>
        </p:nvSpPr>
        <p:spPr>
          <a:xfrm>
            <a:off x="17259300" y="9210675"/>
            <a:ext cx="152400" cy="2000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000" u="none" cap="none" strike="noStrike">
                <a:solidFill>
                  <a:srgbClr val="000000"/>
                </a:solidFill>
                <a:latin typeface="Noto Sans"/>
                <a:ea typeface="Noto Sans"/>
                <a:cs typeface="Noto Sans"/>
                <a:sym typeface="Noto Sans"/>
              </a:rPr>
              <a:t>27</a:t>
            </a:r>
            <a:endParaRPr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19" name="Shape 5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20" name="Google Shape;520;p28"/>
          <p:cNvGrpSpPr/>
          <p:nvPr/>
        </p:nvGrpSpPr>
        <p:grpSpPr>
          <a:xfrm>
            <a:off x="971093" y="3082083"/>
            <a:ext cx="7364570" cy="6648559"/>
            <a:chOff x="0" y="0"/>
            <a:chExt cx="21993025" cy="19854783"/>
          </a:xfrm>
        </p:grpSpPr>
        <p:sp>
          <p:nvSpPr>
            <p:cNvPr id="521" name="Google Shape;521;p28"/>
            <p:cNvSpPr/>
            <p:nvPr/>
          </p:nvSpPr>
          <p:spPr>
            <a:xfrm>
              <a:off x="72390" y="72390"/>
              <a:ext cx="21848246" cy="19710004"/>
            </a:xfrm>
            <a:custGeom>
              <a:rect b="b" l="l" r="r" t="t"/>
              <a:pathLst>
                <a:path extrusionOk="0" h="19710004" w="21848246">
                  <a:moveTo>
                    <a:pt x="0" y="0"/>
                  </a:moveTo>
                  <a:lnTo>
                    <a:pt x="21848246" y="0"/>
                  </a:lnTo>
                  <a:lnTo>
                    <a:pt x="21848246" y="19710004"/>
                  </a:lnTo>
                  <a:lnTo>
                    <a:pt x="0" y="19710004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</p:sp>
        <p:sp>
          <p:nvSpPr>
            <p:cNvPr id="522" name="Google Shape;522;p28"/>
            <p:cNvSpPr/>
            <p:nvPr/>
          </p:nvSpPr>
          <p:spPr>
            <a:xfrm>
              <a:off x="0" y="0"/>
              <a:ext cx="21993025" cy="19854783"/>
            </a:xfrm>
            <a:custGeom>
              <a:rect b="b" l="l" r="r" t="t"/>
              <a:pathLst>
                <a:path extrusionOk="0" h="19854783" w="21993025">
                  <a:moveTo>
                    <a:pt x="21848245" y="19710003"/>
                  </a:moveTo>
                  <a:lnTo>
                    <a:pt x="21993025" y="19710003"/>
                  </a:lnTo>
                  <a:lnTo>
                    <a:pt x="21993025" y="19854783"/>
                  </a:lnTo>
                  <a:lnTo>
                    <a:pt x="21848245" y="19854783"/>
                  </a:lnTo>
                  <a:lnTo>
                    <a:pt x="21848245" y="19710003"/>
                  </a:lnTo>
                  <a:close/>
                  <a:moveTo>
                    <a:pt x="0" y="144780"/>
                  </a:moveTo>
                  <a:lnTo>
                    <a:pt x="144780" y="144780"/>
                  </a:lnTo>
                  <a:lnTo>
                    <a:pt x="144780" y="19710003"/>
                  </a:lnTo>
                  <a:lnTo>
                    <a:pt x="0" y="19710003"/>
                  </a:lnTo>
                  <a:lnTo>
                    <a:pt x="0" y="144780"/>
                  </a:lnTo>
                  <a:close/>
                  <a:moveTo>
                    <a:pt x="0" y="19710003"/>
                  </a:moveTo>
                  <a:lnTo>
                    <a:pt x="144780" y="19710003"/>
                  </a:lnTo>
                  <a:lnTo>
                    <a:pt x="144780" y="19854783"/>
                  </a:lnTo>
                  <a:lnTo>
                    <a:pt x="0" y="19854783"/>
                  </a:lnTo>
                  <a:lnTo>
                    <a:pt x="0" y="19710003"/>
                  </a:lnTo>
                  <a:close/>
                  <a:moveTo>
                    <a:pt x="21848245" y="144780"/>
                  </a:moveTo>
                  <a:lnTo>
                    <a:pt x="21993025" y="144780"/>
                  </a:lnTo>
                  <a:lnTo>
                    <a:pt x="21993025" y="19710003"/>
                  </a:lnTo>
                  <a:lnTo>
                    <a:pt x="21848245" y="19710003"/>
                  </a:lnTo>
                  <a:lnTo>
                    <a:pt x="21848245" y="144780"/>
                  </a:lnTo>
                  <a:close/>
                  <a:moveTo>
                    <a:pt x="144780" y="19710003"/>
                  </a:moveTo>
                  <a:lnTo>
                    <a:pt x="21848245" y="19710003"/>
                  </a:lnTo>
                  <a:lnTo>
                    <a:pt x="21848245" y="19854783"/>
                  </a:lnTo>
                  <a:lnTo>
                    <a:pt x="144780" y="19854783"/>
                  </a:lnTo>
                  <a:lnTo>
                    <a:pt x="144780" y="19710003"/>
                  </a:lnTo>
                  <a:close/>
                  <a:moveTo>
                    <a:pt x="21848245" y="0"/>
                  </a:moveTo>
                  <a:lnTo>
                    <a:pt x="21993025" y="0"/>
                  </a:lnTo>
                  <a:lnTo>
                    <a:pt x="21993025" y="144780"/>
                  </a:lnTo>
                  <a:lnTo>
                    <a:pt x="21848245" y="144780"/>
                  </a:lnTo>
                  <a:lnTo>
                    <a:pt x="21848245" y="0"/>
                  </a:lnTo>
                  <a:close/>
                  <a:moveTo>
                    <a:pt x="0" y="0"/>
                  </a:moveTo>
                  <a:lnTo>
                    <a:pt x="144780" y="0"/>
                  </a:lnTo>
                  <a:lnTo>
                    <a:pt x="144780" y="144780"/>
                  </a:lnTo>
                  <a:lnTo>
                    <a:pt x="0" y="144780"/>
                  </a:lnTo>
                  <a:lnTo>
                    <a:pt x="0" y="0"/>
                  </a:lnTo>
                  <a:close/>
                  <a:moveTo>
                    <a:pt x="144780" y="0"/>
                  </a:moveTo>
                  <a:lnTo>
                    <a:pt x="21848245" y="0"/>
                  </a:lnTo>
                  <a:lnTo>
                    <a:pt x="21848245" y="144780"/>
                  </a:lnTo>
                  <a:lnTo>
                    <a:pt x="144780" y="144780"/>
                  </a:lnTo>
                  <a:lnTo>
                    <a:pt x="144780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</p:sp>
      </p:grpSp>
      <p:sp>
        <p:nvSpPr>
          <p:cNvPr id="523" name="Google Shape;523;p28"/>
          <p:cNvSpPr txBox="1"/>
          <p:nvPr/>
        </p:nvSpPr>
        <p:spPr>
          <a:xfrm>
            <a:off x="971093" y="3596487"/>
            <a:ext cx="7273271" cy="53244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-323850" lvl="1" marL="647700" marR="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Char char="•"/>
            </a:pPr>
            <a:r>
              <a:rPr b="1" i="0" lang="en-US" sz="30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Duyệt từng ô trên bàn cờ</a:t>
            </a:r>
            <a:endParaRPr/>
          </a:p>
          <a:p>
            <a:pPr indent="-323850" lvl="1" marL="647700" marR="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Char char="•"/>
            </a:pPr>
            <a:r>
              <a:rPr b="1" i="0" lang="en-US" sz="30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Xem mỗi ô là điểm bắt đầu chuỗi chiến thắng</a:t>
            </a:r>
            <a:endParaRPr/>
          </a:p>
          <a:p>
            <a:pPr indent="-323850" lvl="1" marL="647700" marR="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Char char="•"/>
            </a:pPr>
            <a:r>
              <a:rPr b="1" i="0" lang="en-US" sz="30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Kiểm tra 4 hướng: ngang, dọc, hai đường chéo từ ô đang xét</a:t>
            </a:r>
            <a:endParaRPr/>
          </a:p>
          <a:p>
            <a:pPr indent="-323850" lvl="1" marL="647700" marR="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Char char="•"/>
            </a:pPr>
            <a:r>
              <a:rPr b="1" i="0" lang="en-US" sz="30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Nếu tồn tại chuỗi thỏa độ dài quy định và cùng ký hiệu X / O → người chơi thắng</a:t>
            </a:r>
            <a:endParaRPr/>
          </a:p>
        </p:txBody>
      </p:sp>
      <p:grpSp>
        <p:nvGrpSpPr>
          <p:cNvPr id="524" name="Google Shape;524;p28"/>
          <p:cNvGrpSpPr/>
          <p:nvPr/>
        </p:nvGrpSpPr>
        <p:grpSpPr>
          <a:xfrm>
            <a:off x="1033662" y="829462"/>
            <a:ext cx="7239432" cy="1867638"/>
            <a:chOff x="0" y="0"/>
            <a:chExt cx="3879997" cy="1000967"/>
          </a:xfrm>
        </p:grpSpPr>
        <p:sp>
          <p:nvSpPr>
            <p:cNvPr id="525" name="Google Shape;525;p28"/>
            <p:cNvSpPr/>
            <p:nvPr/>
          </p:nvSpPr>
          <p:spPr>
            <a:xfrm>
              <a:off x="80010" y="80010"/>
              <a:ext cx="3787287" cy="908257"/>
            </a:xfrm>
            <a:custGeom>
              <a:rect b="b" l="l" r="r" t="t"/>
              <a:pathLst>
                <a:path extrusionOk="0" h="908257" w="3787287">
                  <a:moveTo>
                    <a:pt x="0" y="853647"/>
                  </a:moveTo>
                  <a:lnTo>
                    <a:pt x="0" y="908257"/>
                  </a:lnTo>
                  <a:lnTo>
                    <a:pt x="3787287" y="908257"/>
                  </a:lnTo>
                  <a:lnTo>
                    <a:pt x="3787287" y="0"/>
                  </a:lnTo>
                  <a:lnTo>
                    <a:pt x="3732677" y="0"/>
                  </a:lnTo>
                  <a:lnTo>
                    <a:pt x="3732677" y="853647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</p:sp>
        <p:sp>
          <p:nvSpPr>
            <p:cNvPr id="526" name="Google Shape;526;p28"/>
            <p:cNvSpPr/>
            <p:nvPr/>
          </p:nvSpPr>
          <p:spPr>
            <a:xfrm>
              <a:off x="67310" y="67310"/>
              <a:ext cx="3812687" cy="933657"/>
            </a:xfrm>
            <a:custGeom>
              <a:rect b="b" l="l" r="r" t="t"/>
              <a:pathLst>
                <a:path extrusionOk="0" h="933657" w="3812687">
                  <a:moveTo>
                    <a:pt x="3745377" y="0"/>
                  </a:moveTo>
                  <a:lnTo>
                    <a:pt x="3745377" y="12700"/>
                  </a:lnTo>
                  <a:lnTo>
                    <a:pt x="3799987" y="12700"/>
                  </a:lnTo>
                  <a:lnTo>
                    <a:pt x="3799987" y="920957"/>
                  </a:lnTo>
                  <a:lnTo>
                    <a:pt x="12700" y="920957"/>
                  </a:lnTo>
                  <a:lnTo>
                    <a:pt x="12700" y="866347"/>
                  </a:lnTo>
                  <a:lnTo>
                    <a:pt x="0" y="866347"/>
                  </a:lnTo>
                  <a:lnTo>
                    <a:pt x="0" y="933657"/>
                  </a:lnTo>
                  <a:lnTo>
                    <a:pt x="3812687" y="933657"/>
                  </a:lnTo>
                  <a:lnTo>
                    <a:pt x="3812687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</p:sp>
        <p:sp>
          <p:nvSpPr>
            <p:cNvPr id="527" name="Google Shape;527;p28"/>
            <p:cNvSpPr/>
            <p:nvPr/>
          </p:nvSpPr>
          <p:spPr>
            <a:xfrm>
              <a:off x="12700" y="12700"/>
              <a:ext cx="3787287" cy="908257"/>
            </a:xfrm>
            <a:custGeom>
              <a:rect b="b" l="l" r="r" t="t"/>
              <a:pathLst>
                <a:path extrusionOk="0" h="908257" w="3787287">
                  <a:moveTo>
                    <a:pt x="0" y="0"/>
                  </a:moveTo>
                  <a:lnTo>
                    <a:pt x="3787287" y="0"/>
                  </a:lnTo>
                  <a:lnTo>
                    <a:pt x="3787287" y="908257"/>
                  </a:lnTo>
                  <a:lnTo>
                    <a:pt x="0" y="908257"/>
                  </a:lnTo>
                  <a:close/>
                </a:path>
              </a:pathLst>
            </a:custGeom>
            <a:solidFill>
              <a:srgbClr val="FF93D8"/>
            </a:solidFill>
            <a:ln>
              <a:noFill/>
            </a:ln>
          </p:spPr>
        </p:sp>
        <p:sp>
          <p:nvSpPr>
            <p:cNvPr id="528" name="Google Shape;528;p28"/>
            <p:cNvSpPr/>
            <p:nvPr/>
          </p:nvSpPr>
          <p:spPr>
            <a:xfrm>
              <a:off x="0" y="0"/>
              <a:ext cx="3812687" cy="933657"/>
            </a:xfrm>
            <a:custGeom>
              <a:rect b="b" l="l" r="r" t="t"/>
              <a:pathLst>
                <a:path extrusionOk="0" h="933657" w="3812687">
                  <a:moveTo>
                    <a:pt x="80010" y="933657"/>
                  </a:moveTo>
                  <a:lnTo>
                    <a:pt x="3812687" y="933657"/>
                  </a:lnTo>
                  <a:lnTo>
                    <a:pt x="3812687" y="80010"/>
                  </a:lnTo>
                  <a:lnTo>
                    <a:pt x="3812687" y="67310"/>
                  </a:lnTo>
                  <a:lnTo>
                    <a:pt x="3812687" y="0"/>
                  </a:lnTo>
                  <a:lnTo>
                    <a:pt x="0" y="0"/>
                  </a:lnTo>
                  <a:lnTo>
                    <a:pt x="0" y="933657"/>
                  </a:lnTo>
                  <a:lnTo>
                    <a:pt x="67310" y="933657"/>
                  </a:lnTo>
                  <a:lnTo>
                    <a:pt x="80010" y="933657"/>
                  </a:lnTo>
                  <a:close/>
                  <a:moveTo>
                    <a:pt x="12700" y="12700"/>
                  </a:moveTo>
                  <a:lnTo>
                    <a:pt x="3799987" y="12700"/>
                  </a:lnTo>
                  <a:lnTo>
                    <a:pt x="3799987" y="920957"/>
                  </a:lnTo>
                  <a:lnTo>
                    <a:pt x="12700" y="920957"/>
                  </a:lnTo>
                  <a:lnTo>
                    <a:pt x="12700" y="1270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</p:sp>
      </p:grpSp>
      <p:sp>
        <p:nvSpPr>
          <p:cNvPr id="529" name="Google Shape;529;p28"/>
          <p:cNvSpPr txBox="1"/>
          <p:nvPr/>
        </p:nvSpPr>
        <p:spPr>
          <a:xfrm>
            <a:off x="1534631" y="1117799"/>
            <a:ext cx="6209148" cy="114808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2003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6594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CheckWin</a:t>
            </a:r>
            <a:endParaRPr b="1" i="0" sz="6594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530" name="Google Shape;530;p28"/>
          <p:cNvGrpSpPr/>
          <p:nvPr/>
        </p:nvGrpSpPr>
        <p:grpSpPr>
          <a:xfrm>
            <a:off x="9798250" y="3082083"/>
            <a:ext cx="7753729" cy="6648559"/>
            <a:chOff x="0" y="0"/>
            <a:chExt cx="23155182" cy="19854783"/>
          </a:xfrm>
        </p:grpSpPr>
        <p:sp>
          <p:nvSpPr>
            <p:cNvPr id="531" name="Google Shape;531;p28"/>
            <p:cNvSpPr/>
            <p:nvPr/>
          </p:nvSpPr>
          <p:spPr>
            <a:xfrm>
              <a:off x="72390" y="72390"/>
              <a:ext cx="23010403" cy="19710004"/>
            </a:xfrm>
            <a:custGeom>
              <a:rect b="b" l="l" r="r" t="t"/>
              <a:pathLst>
                <a:path extrusionOk="0" h="19710004" w="23010403">
                  <a:moveTo>
                    <a:pt x="0" y="0"/>
                  </a:moveTo>
                  <a:lnTo>
                    <a:pt x="23010403" y="0"/>
                  </a:lnTo>
                  <a:lnTo>
                    <a:pt x="23010403" y="19710004"/>
                  </a:lnTo>
                  <a:lnTo>
                    <a:pt x="0" y="19710004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</p:sp>
        <p:sp>
          <p:nvSpPr>
            <p:cNvPr id="532" name="Google Shape;532;p28"/>
            <p:cNvSpPr/>
            <p:nvPr/>
          </p:nvSpPr>
          <p:spPr>
            <a:xfrm>
              <a:off x="0" y="0"/>
              <a:ext cx="23155182" cy="19854783"/>
            </a:xfrm>
            <a:custGeom>
              <a:rect b="b" l="l" r="r" t="t"/>
              <a:pathLst>
                <a:path extrusionOk="0" h="19854783" w="23155182">
                  <a:moveTo>
                    <a:pt x="23010402" y="19710003"/>
                  </a:moveTo>
                  <a:lnTo>
                    <a:pt x="23155182" y="19710003"/>
                  </a:lnTo>
                  <a:lnTo>
                    <a:pt x="23155182" y="19854783"/>
                  </a:lnTo>
                  <a:lnTo>
                    <a:pt x="23010402" y="19854783"/>
                  </a:lnTo>
                  <a:lnTo>
                    <a:pt x="23010402" y="19710003"/>
                  </a:lnTo>
                  <a:close/>
                  <a:moveTo>
                    <a:pt x="0" y="144780"/>
                  </a:moveTo>
                  <a:lnTo>
                    <a:pt x="144780" y="144780"/>
                  </a:lnTo>
                  <a:lnTo>
                    <a:pt x="144780" y="19710003"/>
                  </a:lnTo>
                  <a:lnTo>
                    <a:pt x="0" y="19710003"/>
                  </a:lnTo>
                  <a:lnTo>
                    <a:pt x="0" y="144780"/>
                  </a:lnTo>
                  <a:close/>
                  <a:moveTo>
                    <a:pt x="0" y="19710003"/>
                  </a:moveTo>
                  <a:lnTo>
                    <a:pt x="144780" y="19710003"/>
                  </a:lnTo>
                  <a:lnTo>
                    <a:pt x="144780" y="19854783"/>
                  </a:lnTo>
                  <a:lnTo>
                    <a:pt x="0" y="19854783"/>
                  </a:lnTo>
                  <a:lnTo>
                    <a:pt x="0" y="19710003"/>
                  </a:lnTo>
                  <a:close/>
                  <a:moveTo>
                    <a:pt x="23010402" y="144780"/>
                  </a:moveTo>
                  <a:lnTo>
                    <a:pt x="23155182" y="144780"/>
                  </a:lnTo>
                  <a:lnTo>
                    <a:pt x="23155182" y="19710003"/>
                  </a:lnTo>
                  <a:lnTo>
                    <a:pt x="23010402" y="19710003"/>
                  </a:lnTo>
                  <a:lnTo>
                    <a:pt x="23010402" y="144780"/>
                  </a:lnTo>
                  <a:close/>
                  <a:moveTo>
                    <a:pt x="144780" y="19710003"/>
                  </a:moveTo>
                  <a:lnTo>
                    <a:pt x="23010402" y="19710003"/>
                  </a:lnTo>
                  <a:lnTo>
                    <a:pt x="23010402" y="19854783"/>
                  </a:lnTo>
                  <a:lnTo>
                    <a:pt x="144780" y="19854783"/>
                  </a:lnTo>
                  <a:lnTo>
                    <a:pt x="144780" y="19710003"/>
                  </a:lnTo>
                  <a:close/>
                  <a:moveTo>
                    <a:pt x="23010402" y="0"/>
                  </a:moveTo>
                  <a:lnTo>
                    <a:pt x="23155182" y="0"/>
                  </a:lnTo>
                  <a:lnTo>
                    <a:pt x="23155182" y="144780"/>
                  </a:lnTo>
                  <a:lnTo>
                    <a:pt x="23010402" y="144780"/>
                  </a:lnTo>
                  <a:lnTo>
                    <a:pt x="23010402" y="0"/>
                  </a:lnTo>
                  <a:close/>
                  <a:moveTo>
                    <a:pt x="0" y="0"/>
                  </a:moveTo>
                  <a:lnTo>
                    <a:pt x="144780" y="0"/>
                  </a:lnTo>
                  <a:lnTo>
                    <a:pt x="144780" y="144780"/>
                  </a:lnTo>
                  <a:lnTo>
                    <a:pt x="0" y="144780"/>
                  </a:lnTo>
                  <a:lnTo>
                    <a:pt x="0" y="0"/>
                  </a:lnTo>
                  <a:close/>
                  <a:moveTo>
                    <a:pt x="144780" y="0"/>
                  </a:moveTo>
                  <a:lnTo>
                    <a:pt x="23010402" y="0"/>
                  </a:lnTo>
                  <a:lnTo>
                    <a:pt x="23010402" y="144780"/>
                  </a:lnTo>
                  <a:lnTo>
                    <a:pt x="144780" y="144780"/>
                  </a:lnTo>
                  <a:lnTo>
                    <a:pt x="144780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</p:sp>
      </p:grpSp>
      <p:grpSp>
        <p:nvGrpSpPr>
          <p:cNvPr id="533" name="Google Shape;533;p28"/>
          <p:cNvGrpSpPr/>
          <p:nvPr/>
        </p:nvGrpSpPr>
        <p:grpSpPr>
          <a:xfrm>
            <a:off x="10034941" y="829462"/>
            <a:ext cx="7075295" cy="1867638"/>
            <a:chOff x="0" y="0"/>
            <a:chExt cx="3792027" cy="1000967"/>
          </a:xfrm>
        </p:grpSpPr>
        <p:sp>
          <p:nvSpPr>
            <p:cNvPr id="534" name="Google Shape;534;p28"/>
            <p:cNvSpPr/>
            <p:nvPr/>
          </p:nvSpPr>
          <p:spPr>
            <a:xfrm>
              <a:off x="80010" y="80010"/>
              <a:ext cx="3699317" cy="908257"/>
            </a:xfrm>
            <a:custGeom>
              <a:rect b="b" l="l" r="r" t="t"/>
              <a:pathLst>
                <a:path extrusionOk="0" h="908257" w="3699317">
                  <a:moveTo>
                    <a:pt x="0" y="853647"/>
                  </a:moveTo>
                  <a:lnTo>
                    <a:pt x="0" y="908257"/>
                  </a:lnTo>
                  <a:lnTo>
                    <a:pt x="3699317" y="908257"/>
                  </a:lnTo>
                  <a:lnTo>
                    <a:pt x="3699317" y="0"/>
                  </a:lnTo>
                  <a:lnTo>
                    <a:pt x="3644707" y="0"/>
                  </a:lnTo>
                  <a:lnTo>
                    <a:pt x="3644707" y="853647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</p:sp>
        <p:sp>
          <p:nvSpPr>
            <p:cNvPr id="535" name="Google Shape;535;p28"/>
            <p:cNvSpPr/>
            <p:nvPr/>
          </p:nvSpPr>
          <p:spPr>
            <a:xfrm>
              <a:off x="67310" y="67310"/>
              <a:ext cx="3724717" cy="933657"/>
            </a:xfrm>
            <a:custGeom>
              <a:rect b="b" l="l" r="r" t="t"/>
              <a:pathLst>
                <a:path extrusionOk="0" h="933657" w="3724717">
                  <a:moveTo>
                    <a:pt x="3657407" y="0"/>
                  </a:moveTo>
                  <a:lnTo>
                    <a:pt x="3657407" y="12700"/>
                  </a:lnTo>
                  <a:lnTo>
                    <a:pt x="3712017" y="12700"/>
                  </a:lnTo>
                  <a:lnTo>
                    <a:pt x="3712017" y="920957"/>
                  </a:lnTo>
                  <a:lnTo>
                    <a:pt x="12700" y="920957"/>
                  </a:lnTo>
                  <a:lnTo>
                    <a:pt x="12700" y="866347"/>
                  </a:lnTo>
                  <a:lnTo>
                    <a:pt x="0" y="866347"/>
                  </a:lnTo>
                  <a:lnTo>
                    <a:pt x="0" y="933657"/>
                  </a:lnTo>
                  <a:lnTo>
                    <a:pt x="3724717" y="933657"/>
                  </a:lnTo>
                  <a:lnTo>
                    <a:pt x="3724717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</p:sp>
        <p:sp>
          <p:nvSpPr>
            <p:cNvPr id="536" name="Google Shape;536;p28"/>
            <p:cNvSpPr/>
            <p:nvPr/>
          </p:nvSpPr>
          <p:spPr>
            <a:xfrm>
              <a:off x="12700" y="12700"/>
              <a:ext cx="3699317" cy="908257"/>
            </a:xfrm>
            <a:custGeom>
              <a:rect b="b" l="l" r="r" t="t"/>
              <a:pathLst>
                <a:path extrusionOk="0" h="908257" w="3699317">
                  <a:moveTo>
                    <a:pt x="0" y="0"/>
                  </a:moveTo>
                  <a:lnTo>
                    <a:pt x="3699317" y="0"/>
                  </a:lnTo>
                  <a:lnTo>
                    <a:pt x="3699317" y="908257"/>
                  </a:lnTo>
                  <a:lnTo>
                    <a:pt x="0" y="908257"/>
                  </a:lnTo>
                  <a:close/>
                </a:path>
              </a:pathLst>
            </a:custGeom>
            <a:solidFill>
              <a:srgbClr val="FF93D8"/>
            </a:solidFill>
            <a:ln>
              <a:noFill/>
            </a:ln>
          </p:spPr>
        </p:sp>
        <p:sp>
          <p:nvSpPr>
            <p:cNvPr id="537" name="Google Shape;537;p28"/>
            <p:cNvSpPr/>
            <p:nvPr/>
          </p:nvSpPr>
          <p:spPr>
            <a:xfrm>
              <a:off x="0" y="0"/>
              <a:ext cx="3724717" cy="933657"/>
            </a:xfrm>
            <a:custGeom>
              <a:rect b="b" l="l" r="r" t="t"/>
              <a:pathLst>
                <a:path extrusionOk="0" h="933657" w="3724717">
                  <a:moveTo>
                    <a:pt x="80010" y="933657"/>
                  </a:moveTo>
                  <a:lnTo>
                    <a:pt x="3724717" y="933657"/>
                  </a:lnTo>
                  <a:lnTo>
                    <a:pt x="3724717" y="80010"/>
                  </a:lnTo>
                  <a:lnTo>
                    <a:pt x="3724717" y="67310"/>
                  </a:lnTo>
                  <a:lnTo>
                    <a:pt x="3724717" y="0"/>
                  </a:lnTo>
                  <a:lnTo>
                    <a:pt x="0" y="0"/>
                  </a:lnTo>
                  <a:lnTo>
                    <a:pt x="0" y="933657"/>
                  </a:lnTo>
                  <a:lnTo>
                    <a:pt x="67310" y="933657"/>
                  </a:lnTo>
                  <a:lnTo>
                    <a:pt x="80010" y="933657"/>
                  </a:lnTo>
                  <a:close/>
                  <a:moveTo>
                    <a:pt x="12700" y="12700"/>
                  </a:moveTo>
                  <a:lnTo>
                    <a:pt x="3712017" y="12700"/>
                  </a:lnTo>
                  <a:lnTo>
                    <a:pt x="3712017" y="920957"/>
                  </a:lnTo>
                  <a:lnTo>
                    <a:pt x="12700" y="920957"/>
                  </a:lnTo>
                  <a:lnTo>
                    <a:pt x="12700" y="1270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</p:sp>
      </p:grpSp>
      <p:sp>
        <p:nvSpPr>
          <p:cNvPr id="538" name="Google Shape;538;p28"/>
          <p:cNvSpPr txBox="1"/>
          <p:nvPr/>
        </p:nvSpPr>
        <p:spPr>
          <a:xfrm>
            <a:off x="10331606" y="1117799"/>
            <a:ext cx="6481965" cy="114808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2003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6594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CheckDraw</a:t>
            </a:r>
            <a:endParaRPr/>
          </a:p>
        </p:txBody>
      </p:sp>
      <p:sp>
        <p:nvSpPr>
          <p:cNvPr id="539" name="Google Shape;539;p28"/>
          <p:cNvSpPr txBox="1"/>
          <p:nvPr/>
        </p:nvSpPr>
        <p:spPr>
          <a:xfrm>
            <a:off x="10288771" y="3596487"/>
            <a:ext cx="6772687" cy="30384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-323850" lvl="1" marL="647700" marR="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Char char="•"/>
            </a:pPr>
            <a:r>
              <a:rPr b="1" i="0" lang="en-US" sz="30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Duyệt toàn bộ bàn cờ</a:t>
            </a:r>
            <a:endParaRPr/>
          </a:p>
          <a:p>
            <a:pPr indent="-323850" lvl="1" marL="647700" marR="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Char char="•"/>
            </a:pPr>
            <a:r>
              <a:rPr b="1" i="0" lang="en-US" sz="30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Kiểm tra còn ô trống hay không</a:t>
            </a:r>
            <a:endParaRPr/>
          </a:p>
          <a:p>
            <a:pPr indent="-323850" lvl="1" marL="647700" marR="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Char char="•"/>
            </a:pPr>
            <a:r>
              <a:rPr b="1" i="0" lang="en-US" sz="30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Không còn ô trống và không có người thắng → ván đấu hòa</a:t>
            </a:r>
            <a:endParaRPr/>
          </a:p>
        </p:txBody>
      </p:sp>
      <p:sp>
        <p:nvSpPr>
          <p:cNvPr id="540" name="Google Shape;540;p28"/>
          <p:cNvSpPr txBox="1"/>
          <p:nvPr/>
        </p:nvSpPr>
        <p:spPr>
          <a:xfrm>
            <a:off x="17734855" y="9721117"/>
            <a:ext cx="152400" cy="2000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000" u="none" cap="none" strike="noStrike">
                <a:solidFill>
                  <a:srgbClr val="000000"/>
                </a:solidFill>
                <a:latin typeface="Noto Sans"/>
                <a:ea typeface="Noto Sans"/>
                <a:cs typeface="Noto Sans"/>
                <a:sym typeface="Noto Sans"/>
              </a:rPr>
              <a:t>28</a:t>
            </a:r>
            <a:endParaRPr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44" name="Shape 5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45" name="Google Shape;545;p29"/>
          <p:cNvGrpSpPr/>
          <p:nvPr/>
        </p:nvGrpSpPr>
        <p:grpSpPr>
          <a:xfrm>
            <a:off x="9882045" y="1707688"/>
            <a:ext cx="7239432" cy="1867638"/>
            <a:chOff x="0" y="0"/>
            <a:chExt cx="9652575" cy="2490184"/>
          </a:xfrm>
        </p:grpSpPr>
        <p:grpSp>
          <p:nvGrpSpPr>
            <p:cNvPr id="546" name="Google Shape;546;p29"/>
            <p:cNvGrpSpPr/>
            <p:nvPr/>
          </p:nvGrpSpPr>
          <p:grpSpPr>
            <a:xfrm>
              <a:off x="0" y="0"/>
              <a:ext cx="9652575" cy="2490184"/>
              <a:chOff x="0" y="0"/>
              <a:chExt cx="3879997" cy="1000967"/>
            </a:xfrm>
          </p:grpSpPr>
          <p:sp>
            <p:nvSpPr>
              <p:cNvPr id="547" name="Google Shape;547;p29"/>
              <p:cNvSpPr/>
              <p:nvPr/>
            </p:nvSpPr>
            <p:spPr>
              <a:xfrm>
                <a:off x="80010" y="80010"/>
                <a:ext cx="3787287" cy="908257"/>
              </a:xfrm>
              <a:custGeom>
                <a:rect b="b" l="l" r="r" t="t"/>
                <a:pathLst>
                  <a:path extrusionOk="0" h="908257" w="3787287">
                    <a:moveTo>
                      <a:pt x="0" y="853647"/>
                    </a:moveTo>
                    <a:lnTo>
                      <a:pt x="0" y="908257"/>
                    </a:lnTo>
                    <a:lnTo>
                      <a:pt x="3787287" y="908257"/>
                    </a:lnTo>
                    <a:lnTo>
                      <a:pt x="3787287" y="0"/>
                    </a:lnTo>
                    <a:lnTo>
                      <a:pt x="3732677" y="0"/>
                    </a:lnTo>
                    <a:lnTo>
                      <a:pt x="3732677" y="853647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</p:sp>
          <p:sp>
            <p:nvSpPr>
              <p:cNvPr id="548" name="Google Shape;548;p29"/>
              <p:cNvSpPr/>
              <p:nvPr/>
            </p:nvSpPr>
            <p:spPr>
              <a:xfrm>
                <a:off x="67310" y="67310"/>
                <a:ext cx="3812687" cy="933657"/>
              </a:xfrm>
              <a:custGeom>
                <a:rect b="b" l="l" r="r" t="t"/>
                <a:pathLst>
                  <a:path extrusionOk="0" h="933657" w="3812687">
                    <a:moveTo>
                      <a:pt x="3745377" y="0"/>
                    </a:moveTo>
                    <a:lnTo>
                      <a:pt x="3745377" y="12700"/>
                    </a:lnTo>
                    <a:lnTo>
                      <a:pt x="3799987" y="12700"/>
                    </a:lnTo>
                    <a:lnTo>
                      <a:pt x="3799987" y="920957"/>
                    </a:lnTo>
                    <a:lnTo>
                      <a:pt x="12700" y="920957"/>
                    </a:lnTo>
                    <a:lnTo>
                      <a:pt x="12700" y="866347"/>
                    </a:lnTo>
                    <a:lnTo>
                      <a:pt x="0" y="866347"/>
                    </a:lnTo>
                    <a:lnTo>
                      <a:pt x="0" y="933657"/>
                    </a:lnTo>
                    <a:lnTo>
                      <a:pt x="3812687" y="933657"/>
                    </a:lnTo>
                    <a:lnTo>
                      <a:pt x="3812687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</p:sp>
          <p:sp>
            <p:nvSpPr>
              <p:cNvPr id="549" name="Google Shape;549;p29"/>
              <p:cNvSpPr/>
              <p:nvPr/>
            </p:nvSpPr>
            <p:spPr>
              <a:xfrm>
                <a:off x="12700" y="12700"/>
                <a:ext cx="3787287" cy="908257"/>
              </a:xfrm>
              <a:custGeom>
                <a:rect b="b" l="l" r="r" t="t"/>
                <a:pathLst>
                  <a:path extrusionOk="0" h="908257" w="3787287">
                    <a:moveTo>
                      <a:pt x="0" y="0"/>
                    </a:moveTo>
                    <a:lnTo>
                      <a:pt x="3787287" y="0"/>
                    </a:lnTo>
                    <a:lnTo>
                      <a:pt x="3787287" y="908257"/>
                    </a:lnTo>
                    <a:lnTo>
                      <a:pt x="0" y="908257"/>
                    </a:lnTo>
                    <a:close/>
                  </a:path>
                </a:pathLst>
              </a:custGeom>
              <a:solidFill>
                <a:srgbClr val="FF93D8"/>
              </a:solidFill>
              <a:ln>
                <a:noFill/>
              </a:ln>
            </p:spPr>
          </p:sp>
          <p:sp>
            <p:nvSpPr>
              <p:cNvPr id="550" name="Google Shape;550;p29"/>
              <p:cNvSpPr/>
              <p:nvPr/>
            </p:nvSpPr>
            <p:spPr>
              <a:xfrm>
                <a:off x="0" y="0"/>
                <a:ext cx="3812687" cy="933657"/>
              </a:xfrm>
              <a:custGeom>
                <a:rect b="b" l="l" r="r" t="t"/>
                <a:pathLst>
                  <a:path extrusionOk="0" h="933657" w="3812687">
                    <a:moveTo>
                      <a:pt x="80010" y="933657"/>
                    </a:moveTo>
                    <a:lnTo>
                      <a:pt x="3812687" y="933657"/>
                    </a:lnTo>
                    <a:lnTo>
                      <a:pt x="3812687" y="80010"/>
                    </a:lnTo>
                    <a:lnTo>
                      <a:pt x="3812687" y="67310"/>
                    </a:lnTo>
                    <a:lnTo>
                      <a:pt x="3812687" y="0"/>
                    </a:lnTo>
                    <a:lnTo>
                      <a:pt x="0" y="0"/>
                    </a:lnTo>
                    <a:lnTo>
                      <a:pt x="0" y="933657"/>
                    </a:lnTo>
                    <a:lnTo>
                      <a:pt x="67310" y="933657"/>
                    </a:lnTo>
                    <a:lnTo>
                      <a:pt x="80010" y="933657"/>
                    </a:lnTo>
                    <a:close/>
                    <a:moveTo>
                      <a:pt x="12700" y="12700"/>
                    </a:moveTo>
                    <a:lnTo>
                      <a:pt x="3799987" y="12700"/>
                    </a:lnTo>
                    <a:lnTo>
                      <a:pt x="3799987" y="920957"/>
                    </a:lnTo>
                    <a:lnTo>
                      <a:pt x="12700" y="920957"/>
                    </a:lnTo>
                    <a:lnTo>
                      <a:pt x="12700" y="1270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</p:sp>
        </p:grpSp>
        <p:sp>
          <p:nvSpPr>
            <p:cNvPr id="551" name="Google Shape;551;p29"/>
            <p:cNvSpPr txBox="1"/>
            <p:nvPr/>
          </p:nvSpPr>
          <p:spPr>
            <a:xfrm>
              <a:off x="667959" y="432076"/>
              <a:ext cx="8278864" cy="148315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ctr">
                <a:lnSpc>
                  <a:spcPct val="120033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US" sz="6594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CLASSIC MODE</a:t>
              </a:r>
              <a:endParaRPr/>
            </a:p>
          </p:txBody>
        </p:sp>
      </p:grpSp>
      <p:grpSp>
        <p:nvGrpSpPr>
          <p:cNvPr id="552" name="Google Shape;552;p29"/>
          <p:cNvGrpSpPr/>
          <p:nvPr/>
        </p:nvGrpSpPr>
        <p:grpSpPr>
          <a:xfrm>
            <a:off x="1144333" y="7051168"/>
            <a:ext cx="7075295" cy="1867638"/>
            <a:chOff x="0" y="0"/>
            <a:chExt cx="9433726" cy="2490184"/>
          </a:xfrm>
        </p:grpSpPr>
        <p:grpSp>
          <p:nvGrpSpPr>
            <p:cNvPr id="553" name="Google Shape;553;p29"/>
            <p:cNvGrpSpPr/>
            <p:nvPr/>
          </p:nvGrpSpPr>
          <p:grpSpPr>
            <a:xfrm>
              <a:off x="0" y="0"/>
              <a:ext cx="9433726" cy="2490184"/>
              <a:chOff x="0" y="0"/>
              <a:chExt cx="3792027" cy="1000967"/>
            </a:xfrm>
          </p:grpSpPr>
          <p:sp>
            <p:nvSpPr>
              <p:cNvPr id="554" name="Google Shape;554;p29"/>
              <p:cNvSpPr/>
              <p:nvPr/>
            </p:nvSpPr>
            <p:spPr>
              <a:xfrm>
                <a:off x="80010" y="80010"/>
                <a:ext cx="3699317" cy="908257"/>
              </a:xfrm>
              <a:custGeom>
                <a:rect b="b" l="l" r="r" t="t"/>
                <a:pathLst>
                  <a:path extrusionOk="0" h="908257" w="3699317">
                    <a:moveTo>
                      <a:pt x="0" y="853647"/>
                    </a:moveTo>
                    <a:lnTo>
                      <a:pt x="0" y="908257"/>
                    </a:lnTo>
                    <a:lnTo>
                      <a:pt x="3699317" y="908257"/>
                    </a:lnTo>
                    <a:lnTo>
                      <a:pt x="3699317" y="0"/>
                    </a:lnTo>
                    <a:lnTo>
                      <a:pt x="3644707" y="0"/>
                    </a:lnTo>
                    <a:lnTo>
                      <a:pt x="3644707" y="853647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</p:sp>
          <p:sp>
            <p:nvSpPr>
              <p:cNvPr id="555" name="Google Shape;555;p29"/>
              <p:cNvSpPr/>
              <p:nvPr/>
            </p:nvSpPr>
            <p:spPr>
              <a:xfrm>
                <a:off x="67310" y="67310"/>
                <a:ext cx="3724717" cy="933657"/>
              </a:xfrm>
              <a:custGeom>
                <a:rect b="b" l="l" r="r" t="t"/>
                <a:pathLst>
                  <a:path extrusionOk="0" h="933657" w="3724717">
                    <a:moveTo>
                      <a:pt x="3657407" y="0"/>
                    </a:moveTo>
                    <a:lnTo>
                      <a:pt x="3657407" y="12700"/>
                    </a:lnTo>
                    <a:lnTo>
                      <a:pt x="3712017" y="12700"/>
                    </a:lnTo>
                    <a:lnTo>
                      <a:pt x="3712017" y="920957"/>
                    </a:lnTo>
                    <a:lnTo>
                      <a:pt x="12700" y="920957"/>
                    </a:lnTo>
                    <a:lnTo>
                      <a:pt x="12700" y="866347"/>
                    </a:lnTo>
                    <a:lnTo>
                      <a:pt x="0" y="866347"/>
                    </a:lnTo>
                    <a:lnTo>
                      <a:pt x="0" y="933657"/>
                    </a:lnTo>
                    <a:lnTo>
                      <a:pt x="3724717" y="933657"/>
                    </a:lnTo>
                    <a:lnTo>
                      <a:pt x="3724717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</p:sp>
          <p:sp>
            <p:nvSpPr>
              <p:cNvPr id="556" name="Google Shape;556;p29"/>
              <p:cNvSpPr/>
              <p:nvPr/>
            </p:nvSpPr>
            <p:spPr>
              <a:xfrm>
                <a:off x="12700" y="12700"/>
                <a:ext cx="3699317" cy="908257"/>
              </a:xfrm>
              <a:custGeom>
                <a:rect b="b" l="l" r="r" t="t"/>
                <a:pathLst>
                  <a:path extrusionOk="0" h="908257" w="3699317">
                    <a:moveTo>
                      <a:pt x="0" y="0"/>
                    </a:moveTo>
                    <a:lnTo>
                      <a:pt x="3699317" y="0"/>
                    </a:lnTo>
                    <a:lnTo>
                      <a:pt x="3699317" y="908257"/>
                    </a:lnTo>
                    <a:lnTo>
                      <a:pt x="0" y="908257"/>
                    </a:lnTo>
                    <a:close/>
                  </a:path>
                </a:pathLst>
              </a:custGeom>
              <a:solidFill>
                <a:srgbClr val="FF93D8"/>
              </a:solidFill>
              <a:ln>
                <a:noFill/>
              </a:ln>
            </p:spPr>
          </p:sp>
          <p:sp>
            <p:nvSpPr>
              <p:cNvPr id="557" name="Google Shape;557;p29"/>
              <p:cNvSpPr/>
              <p:nvPr/>
            </p:nvSpPr>
            <p:spPr>
              <a:xfrm>
                <a:off x="0" y="0"/>
                <a:ext cx="3724717" cy="933657"/>
              </a:xfrm>
              <a:custGeom>
                <a:rect b="b" l="l" r="r" t="t"/>
                <a:pathLst>
                  <a:path extrusionOk="0" h="933657" w="3724717">
                    <a:moveTo>
                      <a:pt x="80010" y="933657"/>
                    </a:moveTo>
                    <a:lnTo>
                      <a:pt x="3724717" y="933657"/>
                    </a:lnTo>
                    <a:lnTo>
                      <a:pt x="3724717" y="80010"/>
                    </a:lnTo>
                    <a:lnTo>
                      <a:pt x="3724717" y="67310"/>
                    </a:lnTo>
                    <a:lnTo>
                      <a:pt x="3724717" y="0"/>
                    </a:lnTo>
                    <a:lnTo>
                      <a:pt x="0" y="0"/>
                    </a:lnTo>
                    <a:lnTo>
                      <a:pt x="0" y="933657"/>
                    </a:lnTo>
                    <a:lnTo>
                      <a:pt x="67310" y="933657"/>
                    </a:lnTo>
                    <a:lnTo>
                      <a:pt x="80010" y="933657"/>
                    </a:lnTo>
                    <a:close/>
                    <a:moveTo>
                      <a:pt x="12700" y="12700"/>
                    </a:moveTo>
                    <a:lnTo>
                      <a:pt x="3712017" y="12700"/>
                    </a:lnTo>
                    <a:lnTo>
                      <a:pt x="3712017" y="920957"/>
                    </a:lnTo>
                    <a:lnTo>
                      <a:pt x="12700" y="920957"/>
                    </a:lnTo>
                    <a:lnTo>
                      <a:pt x="12700" y="1270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</p:sp>
        </p:grpSp>
        <p:sp>
          <p:nvSpPr>
            <p:cNvPr id="558" name="Google Shape;558;p29"/>
            <p:cNvSpPr txBox="1"/>
            <p:nvPr/>
          </p:nvSpPr>
          <p:spPr>
            <a:xfrm>
              <a:off x="281253" y="406676"/>
              <a:ext cx="8642620" cy="148315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ctr">
                <a:lnSpc>
                  <a:spcPct val="120033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US" sz="6594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CLASSIC MODE</a:t>
              </a:r>
              <a:endParaRPr/>
            </a:p>
          </p:txBody>
        </p:sp>
      </p:grpSp>
      <p:cxnSp>
        <p:nvCxnSpPr>
          <p:cNvPr id="559" name="Google Shape;559;p29"/>
          <p:cNvCxnSpPr/>
          <p:nvPr/>
        </p:nvCxnSpPr>
        <p:spPr>
          <a:xfrm rot="10800000">
            <a:off x="9144000" y="1368194"/>
            <a:ext cx="0" cy="7890106"/>
          </a:xfrm>
          <a:prstGeom prst="straightConnector1">
            <a:avLst/>
          </a:prstGeom>
          <a:noFill/>
          <a:ln cap="flat" cmpd="sng" w="38100">
            <a:solidFill>
              <a:srgbClr val="000000"/>
            </a:solidFill>
            <a:prstDash val="dot"/>
            <a:round/>
            <a:headEnd len="sm" w="sm" type="none"/>
            <a:tailEnd len="sm" w="sm" type="none"/>
          </a:ln>
        </p:spPr>
      </p:cxnSp>
      <p:sp>
        <p:nvSpPr>
          <p:cNvPr id="560" name="Google Shape;560;p29"/>
          <p:cNvSpPr/>
          <p:nvPr/>
        </p:nvSpPr>
        <p:spPr>
          <a:xfrm>
            <a:off x="9497661" y="4228135"/>
            <a:ext cx="8008198" cy="4911519"/>
          </a:xfrm>
          <a:custGeom>
            <a:rect b="b" l="l" r="r" t="t"/>
            <a:pathLst>
              <a:path extrusionOk="0" h="4911519" w="8008198">
                <a:moveTo>
                  <a:pt x="0" y="0"/>
                </a:moveTo>
                <a:lnTo>
                  <a:pt x="8008198" y="0"/>
                </a:lnTo>
                <a:lnTo>
                  <a:pt x="8008198" y="4911519"/>
                </a:lnTo>
                <a:lnTo>
                  <a:pt x="0" y="4911519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-5855" l="-13284" r="-11312" t="-8419"/>
            </a:stretch>
          </a:blipFill>
          <a:ln>
            <a:noFill/>
          </a:ln>
        </p:spPr>
      </p:sp>
      <p:sp>
        <p:nvSpPr>
          <p:cNvPr id="561" name="Google Shape;561;p29"/>
          <p:cNvSpPr/>
          <p:nvPr/>
        </p:nvSpPr>
        <p:spPr>
          <a:xfrm>
            <a:off x="676032" y="1028700"/>
            <a:ext cx="8190433" cy="5093252"/>
          </a:xfrm>
          <a:custGeom>
            <a:rect b="b" l="l" r="r" t="t"/>
            <a:pathLst>
              <a:path extrusionOk="0" h="5093252" w="8190433">
                <a:moveTo>
                  <a:pt x="0" y="0"/>
                </a:moveTo>
                <a:lnTo>
                  <a:pt x="8190433" y="0"/>
                </a:lnTo>
                <a:lnTo>
                  <a:pt x="8190433" y="5093252"/>
                </a:lnTo>
                <a:lnTo>
                  <a:pt x="0" y="5093252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-6957" r="-6932" t="-3021"/>
            </a:stretch>
          </a:blipFill>
          <a:ln>
            <a:noFill/>
          </a:ln>
        </p:spPr>
      </p:sp>
      <p:sp>
        <p:nvSpPr>
          <p:cNvPr id="562" name="Google Shape;562;p29"/>
          <p:cNvSpPr txBox="1"/>
          <p:nvPr/>
        </p:nvSpPr>
        <p:spPr>
          <a:xfrm>
            <a:off x="17259300" y="9210675"/>
            <a:ext cx="152400" cy="2000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000" u="none" cap="none" strike="noStrike">
                <a:solidFill>
                  <a:srgbClr val="000000"/>
                </a:solidFill>
                <a:latin typeface="Noto Sans"/>
                <a:ea typeface="Noto Sans"/>
                <a:cs typeface="Noto Sans"/>
                <a:sym typeface="Noto Sans"/>
              </a:rPr>
              <a:t>29</a:t>
            </a:r>
            <a:endParaRPr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66" name="Shape 5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67" name="Google Shape;567;p3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00100" y="514350"/>
            <a:ext cx="16459200" cy="9258300"/>
          </a:xfrm>
          <a:prstGeom prst="rect">
            <a:avLst/>
          </a:prstGeom>
          <a:noFill/>
          <a:ln>
            <a:noFill/>
          </a:ln>
        </p:spPr>
      </p:pic>
      <p:sp>
        <p:nvSpPr>
          <p:cNvPr id="568" name="Google Shape;568;p30"/>
          <p:cNvSpPr txBox="1"/>
          <p:nvPr/>
        </p:nvSpPr>
        <p:spPr>
          <a:xfrm>
            <a:off x="17259300" y="9210675"/>
            <a:ext cx="152400" cy="2000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000" u="none" cap="none" strike="noStrike">
                <a:solidFill>
                  <a:srgbClr val="000000"/>
                </a:solidFill>
                <a:latin typeface="Noto Sans"/>
                <a:ea typeface="Noto Sans"/>
                <a:cs typeface="Noto Sans"/>
                <a:sym typeface="Noto Sans"/>
              </a:rPr>
              <a:t>30</a:t>
            </a:r>
            <a:endParaRPr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72" name="Shape 5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73" name="Google Shape;573;p3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39766" y="280530"/>
            <a:ext cx="16228592" cy="9128583"/>
          </a:xfrm>
          <a:prstGeom prst="rect">
            <a:avLst/>
          </a:prstGeom>
          <a:noFill/>
          <a:ln>
            <a:noFill/>
          </a:ln>
        </p:spPr>
      </p:pic>
      <p:sp>
        <p:nvSpPr>
          <p:cNvPr id="574" name="Google Shape;574;p31"/>
          <p:cNvSpPr txBox="1"/>
          <p:nvPr/>
        </p:nvSpPr>
        <p:spPr>
          <a:xfrm>
            <a:off x="17259300" y="9210675"/>
            <a:ext cx="152400" cy="2000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000" u="none" cap="none" strike="noStrike">
                <a:solidFill>
                  <a:srgbClr val="000000"/>
                </a:solidFill>
                <a:latin typeface="Noto Sans"/>
                <a:ea typeface="Noto Sans"/>
                <a:cs typeface="Noto Sans"/>
                <a:sym typeface="Noto Sans"/>
              </a:rPr>
              <a:t>31</a:t>
            </a:r>
            <a:endParaRPr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78" name="Shape 5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79" name="Google Shape;579;p32"/>
          <p:cNvGrpSpPr/>
          <p:nvPr/>
        </p:nvGrpSpPr>
        <p:grpSpPr>
          <a:xfrm>
            <a:off x="9882045" y="1707688"/>
            <a:ext cx="7239432" cy="1867638"/>
            <a:chOff x="0" y="0"/>
            <a:chExt cx="9652575" cy="2490184"/>
          </a:xfrm>
        </p:grpSpPr>
        <p:grpSp>
          <p:nvGrpSpPr>
            <p:cNvPr id="580" name="Google Shape;580;p32"/>
            <p:cNvGrpSpPr/>
            <p:nvPr/>
          </p:nvGrpSpPr>
          <p:grpSpPr>
            <a:xfrm>
              <a:off x="0" y="0"/>
              <a:ext cx="9652575" cy="2490184"/>
              <a:chOff x="0" y="0"/>
              <a:chExt cx="3879997" cy="1000967"/>
            </a:xfrm>
          </p:grpSpPr>
          <p:sp>
            <p:nvSpPr>
              <p:cNvPr id="581" name="Google Shape;581;p32"/>
              <p:cNvSpPr/>
              <p:nvPr/>
            </p:nvSpPr>
            <p:spPr>
              <a:xfrm>
                <a:off x="80010" y="80010"/>
                <a:ext cx="3787287" cy="908257"/>
              </a:xfrm>
              <a:custGeom>
                <a:rect b="b" l="l" r="r" t="t"/>
                <a:pathLst>
                  <a:path extrusionOk="0" h="908257" w="3787287">
                    <a:moveTo>
                      <a:pt x="0" y="853647"/>
                    </a:moveTo>
                    <a:lnTo>
                      <a:pt x="0" y="908257"/>
                    </a:lnTo>
                    <a:lnTo>
                      <a:pt x="3787287" y="908257"/>
                    </a:lnTo>
                    <a:lnTo>
                      <a:pt x="3787287" y="0"/>
                    </a:lnTo>
                    <a:lnTo>
                      <a:pt x="3732677" y="0"/>
                    </a:lnTo>
                    <a:lnTo>
                      <a:pt x="3732677" y="853647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</p:sp>
          <p:sp>
            <p:nvSpPr>
              <p:cNvPr id="582" name="Google Shape;582;p32"/>
              <p:cNvSpPr/>
              <p:nvPr/>
            </p:nvSpPr>
            <p:spPr>
              <a:xfrm>
                <a:off x="67310" y="67310"/>
                <a:ext cx="3812687" cy="933657"/>
              </a:xfrm>
              <a:custGeom>
                <a:rect b="b" l="l" r="r" t="t"/>
                <a:pathLst>
                  <a:path extrusionOk="0" h="933657" w="3812687">
                    <a:moveTo>
                      <a:pt x="3745377" y="0"/>
                    </a:moveTo>
                    <a:lnTo>
                      <a:pt x="3745377" y="12700"/>
                    </a:lnTo>
                    <a:lnTo>
                      <a:pt x="3799987" y="12700"/>
                    </a:lnTo>
                    <a:lnTo>
                      <a:pt x="3799987" y="920957"/>
                    </a:lnTo>
                    <a:lnTo>
                      <a:pt x="12700" y="920957"/>
                    </a:lnTo>
                    <a:lnTo>
                      <a:pt x="12700" y="866347"/>
                    </a:lnTo>
                    <a:lnTo>
                      <a:pt x="0" y="866347"/>
                    </a:lnTo>
                    <a:lnTo>
                      <a:pt x="0" y="933657"/>
                    </a:lnTo>
                    <a:lnTo>
                      <a:pt x="3812687" y="933657"/>
                    </a:lnTo>
                    <a:lnTo>
                      <a:pt x="3812687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</p:sp>
          <p:sp>
            <p:nvSpPr>
              <p:cNvPr id="583" name="Google Shape;583;p32"/>
              <p:cNvSpPr/>
              <p:nvPr/>
            </p:nvSpPr>
            <p:spPr>
              <a:xfrm>
                <a:off x="12700" y="12700"/>
                <a:ext cx="3787287" cy="908257"/>
              </a:xfrm>
              <a:custGeom>
                <a:rect b="b" l="l" r="r" t="t"/>
                <a:pathLst>
                  <a:path extrusionOk="0" h="908257" w="3787287">
                    <a:moveTo>
                      <a:pt x="0" y="0"/>
                    </a:moveTo>
                    <a:lnTo>
                      <a:pt x="3787287" y="0"/>
                    </a:lnTo>
                    <a:lnTo>
                      <a:pt x="3787287" y="908257"/>
                    </a:lnTo>
                    <a:lnTo>
                      <a:pt x="0" y="908257"/>
                    </a:lnTo>
                    <a:close/>
                  </a:path>
                </a:pathLst>
              </a:custGeom>
              <a:solidFill>
                <a:srgbClr val="FF93D8"/>
              </a:solidFill>
              <a:ln>
                <a:noFill/>
              </a:ln>
            </p:spPr>
          </p:sp>
          <p:sp>
            <p:nvSpPr>
              <p:cNvPr id="584" name="Google Shape;584;p32"/>
              <p:cNvSpPr/>
              <p:nvPr/>
            </p:nvSpPr>
            <p:spPr>
              <a:xfrm>
                <a:off x="0" y="0"/>
                <a:ext cx="3812687" cy="933657"/>
              </a:xfrm>
              <a:custGeom>
                <a:rect b="b" l="l" r="r" t="t"/>
                <a:pathLst>
                  <a:path extrusionOk="0" h="933657" w="3812687">
                    <a:moveTo>
                      <a:pt x="80010" y="933657"/>
                    </a:moveTo>
                    <a:lnTo>
                      <a:pt x="3812687" y="933657"/>
                    </a:lnTo>
                    <a:lnTo>
                      <a:pt x="3812687" y="80010"/>
                    </a:lnTo>
                    <a:lnTo>
                      <a:pt x="3812687" y="67310"/>
                    </a:lnTo>
                    <a:lnTo>
                      <a:pt x="3812687" y="0"/>
                    </a:lnTo>
                    <a:lnTo>
                      <a:pt x="0" y="0"/>
                    </a:lnTo>
                    <a:lnTo>
                      <a:pt x="0" y="933657"/>
                    </a:lnTo>
                    <a:lnTo>
                      <a:pt x="67310" y="933657"/>
                    </a:lnTo>
                    <a:lnTo>
                      <a:pt x="80010" y="933657"/>
                    </a:lnTo>
                    <a:close/>
                    <a:moveTo>
                      <a:pt x="12700" y="12700"/>
                    </a:moveTo>
                    <a:lnTo>
                      <a:pt x="3799987" y="12700"/>
                    </a:lnTo>
                    <a:lnTo>
                      <a:pt x="3799987" y="920957"/>
                    </a:lnTo>
                    <a:lnTo>
                      <a:pt x="12700" y="920957"/>
                    </a:lnTo>
                    <a:lnTo>
                      <a:pt x="12700" y="1270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</p:sp>
        </p:grpSp>
        <p:sp>
          <p:nvSpPr>
            <p:cNvPr id="585" name="Google Shape;585;p32"/>
            <p:cNvSpPr txBox="1"/>
            <p:nvPr/>
          </p:nvSpPr>
          <p:spPr>
            <a:xfrm>
              <a:off x="667959" y="432076"/>
              <a:ext cx="8278864" cy="148315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ctr">
                <a:lnSpc>
                  <a:spcPct val="120033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US" sz="6594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EXTREME MODE</a:t>
              </a:r>
              <a:endParaRPr/>
            </a:p>
          </p:txBody>
        </p:sp>
      </p:grpSp>
      <p:grpSp>
        <p:nvGrpSpPr>
          <p:cNvPr id="586" name="Google Shape;586;p32"/>
          <p:cNvGrpSpPr/>
          <p:nvPr/>
        </p:nvGrpSpPr>
        <p:grpSpPr>
          <a:xfrm>
            <a:off x="1144333" y="7051168"/>
            <a:ext cx="7075295" cy="1867638"/>
            <a:chOff x="0" y="0"/>
            <a:chExt cx="9433726" cy="2490184"/>
          </a:xfrm>
        </p:grpSpPr>
        <p:grpSp>
          <p:nvGrpSpPr>
            <p:cNvPr id="587" name="Google Shape;587;p32"/>
            <p:cNvGrpSpPr/>
            <p:nvPr/>
          </p:nvGrpSpPr>
          <p:grpSpPr>
            <a:xfrm>
              <a:off x="0" y="0"/>
              <a:ext cx="9433726" cy="2490184"/>
              <a:chOff x="0" y="0"/>
              <a:chExt cx="3792027" cy="1000967"/>
            </a:xfrm>
          </p:grpSpPr>
          <p:sp>
            <p:nvSpPr>
              <p:cNvPr id="588" name="Google Shape;588;p32"/>
              <p:cNvSpPr/>
              <p:nvPr/>
            </p:nvSpPr>
            <p:spPr>
              <a:xfrm>
                <a:off x="80010" y="80010"/>
                <a:ext cx="3699317" cy="908257"/>
              </a:xfrm>
              <a:custGeom>
                <a:rect b="b" l="l" r="r" t="t"/>
                <a:pathLst>
                  <a:path extrusionOk="0" h="908257" w="3699317">
                    <a:moveTo>
                      <a:pt x="0" y="853647"/>
                    </a:moveTo>
                    <a:lnTo>
                      <a:pt x="0" y="908257"/>
                    </a:lnTo>
                    <a:lnTo>
                      <a:pt x="3699317" y="908257"/>
                    </a:lnTo>
                    <a:lnTo>
                      <a:pt x="3699317" y="0"/>
                    </a:lnTo>
                    <a:lnTo>
                      <a:pt x="3644707" y="0"/>
                    </a:lnTo>
                    <a:lnTo>
                      <a:pt x="3644707" y="853647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</p:sp>
          <p:sp>
            <p:nvSpPr>
              <p:cNvPr id="589" name="Google Shape;589;p32"/>
              <p:cNvSpPr/>
              <p:nvPr/>
            </p:nvSpPr>
            <p:spPr>
              <a:xfrm>
                <a:off x="67310" y="67310"/>
                <a:ext cx="3724717" cy="933657"/>
              </a:xfrm>
              <a:custGeom>
                <a:rect b="b" l="l" r="r" t="t"/>
                <a:pathLst>
                  <a:path extrusionOk="0" h="933657" w="3724717">
                    <a:moveTo>
                      <a:pt x="3657407" y="0"/>
                    </a:moveTo>
                    <a:lnTo>
                      <a:pt x="3657407" y="12700"/>
                    </a:lnTo>
                    <a:lnTo>
                      <a:pt x="3712017" y="12700"/>
                    </a:lnTo>
                    <a:lnTo>
                      <a:pt x="3712017" y="920957"/>
                    </a:lnTo>
                    <a:lnTo>
                      <a:pt x="12700" y="920957"/>
                    </a:lnTo>
                    <a:lnTo>
                      <a:pt x="12700" y="866347"/>
                    </a:lnTo>
                    <a:lnTo>
                      <a:pt x="0" y="866347"/>
                    </a:lnTo>
                    <a:lnTo>
                      <a:pt x="0" y="933657"/>
                    </a:lnTo>
                    <a:lnTo>
                      <a:pt x="3724717" y="933657"/>
                    </a:lnTo>
                    <a:lnTo>
                      <a:pt x="3724717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</p:sp>
          <p:sp>
            <p:nvSpPr>
              <p:cNvPr id="590" name="Google Shape;590;p32"/>
              <p:cNvSpPr/>
              <p:nvPr/>
            </p:nvSpPr>
            <p:spPr>
              <a:xfrm>
                <a:off x="12700" y="12700"/>
                <a:ext cx="3699317" cy="908257"/>
              </a:xfrm>
              <a:custGeom>
                <a:rect b="b" l="l" r="r" t="t"/>
                <a:pathLst>
                  <a:path extrusionOk="0" h="908257" w="3699317">
                    <a:moveTo>
                      <a:pt x="0" y="0"/>
                    </a:moveTo>
                    <a:lnTo>
                      <a:pt x="3699317" y="0"/>
                    </a:lnTo>
                    <a:lnTo>
                      <a:pt x="3699317" y="908257"/>
                    </a:lnTo>
                    <a:lnTo>
                      <a:pt x="0" y="908257"/>
                    </a:lnTo>
                    <a:close/>
                  </a:path>
                </a:pathLst>
              </a:custGeom>
              <a:solidFill>
                <a:srgbClr val="FF93D8"/>
              </a:solidFill>
              <a:ln>
                <a:noFill/>
              </a:ln>
            </p:spPr>
          </p:sp>
          <p:sp>
            <p:nvSpPr>
              <p:cNvPr id="591" name="Google Shape;591;p32"/>
              <p:cNvSpPr/>
              <p:nvPr/>
            </p:nvSpPr>
            <p:spPr>
              <a:xfrm>
                <a:off x="0" y="0"/>
                <a:ext cx="3724717" cy="933657"/>
              </a:xfrm>
              <a:custGeom>
                <a:rect b="b" l="l" r="r" t="t"/>
                <a:pathLst>
                  <a:path extrusionOk="0" h="933657" w="3724717">
                    <a:moveTo>
                      <a:pt x="80010" y="933657"/>
                    </a:moveTo>
                    <a:lnTo>
                      <a:pt x="3724717" y="933657"/>
                    </a:lnTo>
                    <a:lnTo>
                      <a:pt x="3724717" y="80010"/>
                    </a:lnTo>
                    <a:lnTo>
                      <a:pt x="3724717" y="67310"/>
                    </a:lnTo>
                    <a:lnTo>
                      <a:pt x="3724717" y="0"/>
                    </a:lnTo>
                    <a:lnTo>
                      <a:pt x="0" y="0"/>
                    </a:lnTo>
                    <a:lnTo>
                      <a:pt x="0" y="933657"/>
                    </a:lnTo>
                    <a:lnTo>
                      <a:pt x="67310" y="933657"/>
                    </a:lnTo>
                    <a:lnTo>
                      <a:pt x="80010" y="933657"/>
                    </a:lnTo>
                    <a:close/>
                    <a:moveTo>
                      <a:pt x="12700" y="12700"/>
                    </a:moveTo>
                    <a:lnTo>
                      <a:pt x="3712017" y="12700"/>
                    </a:lnTo>
                    <a:lnTo>
                      <a:pt x="3712017" y="920957"/>
                    </a:lnTo>
                    <a:lnTo>
                      <a:pt x="12700" y="920957"/>
                    </a:lnTo>
                    <a:lnTo>
                      <a:pt x="12700" y="1270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</p:sp>
        </p:grpSp>
        <p:sp>
          <p:nvSpPr>
            <p:cNvPr id="592" name="Google Shape;592;p32"/>
            <p:cNvSpPr txBox="1"/>
            <p:nvPr/>
          </p:nvSpPr>
          <p:spPr>
            <a:xfrm>
              <a:off x="281253" y="406676"/>
              <a:ext cx="8642620" cy="148315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ctr">
                <a:lnSpc>
                  <a:spcPct val="120033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US" sz="6594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EXTREME MODE</a:t>
              </a:r>
              <a:endParaRPr/>
            </a:p>
          </p:txBody>
        </p:sp>
      </p:grpSp>
      <p:cxnSp>
        <p:nvCxnSpPr>
          <p:cNvPr id="593" name="Google Shape;593;p32"/>
          <p:cNvCxnSpPr/>
          <p:nvPr/>
        </p:nvCxnSpPr>
        <p:spPr>
          <a:xfrm rot="10800000">
            <a:off x="9144000" y="1368194"/>
            <a:ext cx="0" cy="7890106"/>
          </a:xfrm>
          <a:prstGeom prst="straightConnector1">
            <a:avLst/>
          </a:prstGeom>
          <a:noFill/>
          <a:ln cap="flat" cmpd="sng" w="38100">
            <a:solidFill>
              <a:srgbClr val="000000"/>
            </a:solidFill>
            <a:prstDash val="dot"/>
            <a:round/>
            <a:headEnd len="sm" w="sm" type="none"/>
            <a:tailEnd len="sm" w="sm" type="none"/>
          </a:ln>
        </p:spPr>
      </p:cxnSp>
      <p:sp>
        <p:nvSpPr>
          <p:cNvPr id="594" name="Google Shape;594;p32"/>
          <p:cNvSpPr/>
          <p:nvPr/>
        </p:nvSpPr>
        <p:spPr>
          <a:xfrm>
            <a:off x="679580" y="1368194"/>
            <a:ext cx="8197720" cy="4948531"/>
          </a:xfrm>
          <a:custGeom>
            <a:rect b="b" l="l" r="r" t="t"/>
            <a:pathLst>
              <a:path extrusionOk="0" h="4948531" w="8197720">
                <a:moveTo>
                  <a:pt x="0" y="0"/>
                </a:moveTo>
                <a:lnTo>
                  <a:pt x="8197720" y="0"/>
                </a:lnTo>
                <a:lnTo>
                  <a:pt x="8197720" y="4948531"/>
                </a:lnTo>
                <a:lnTo>
                  <a:pt x="0" y="4948531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-4784" r="-5363" t="-2640"/>
            </a:stretch>
          </a:blipFill>
          <a:ln>
            <a:noFill/>
          </a:ln>
        </p:spPr>
      </p:sp>
      <p:sp>
        <p:nvSpPr>
          <p:cNvPr id="595" name="Google Shape;595;p32"/>
          <p:cNvSpPr/>
          <p:nvPr/>
        </p:nvSpPr>
        <p:spPr>
          <a:xfrm>
            <a:off x="9443990" y="4239663"/>
            <a:ext cx="7815310" cy="4679143"/>
          </a:xfrm>
          <a:custGeom>
            <a:rect b="b" l="l" r="r" t="t"/>
            <a:pathLst>
              <a:path extrusionOk="0" h="4679143" w="7815310">
                <a:moveTo>
                  <a:pt x="0" y="0"/>
                </a:moveTo>
                <a:lnTo>
                  <a:pt x="7815310" y="0"/>
                </a:lnTo>
                <a:lnTo>
                  <a:pt x="7815310" y="4679143"/>
                </a:lnTo>
                <a:lnTo>
                  <a:pt x="0" y="4679143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-5227" r="-5081" t="-3636"/>
            </a:stretch>
          </a:blipFill>
          <a:ln>
            <a:noFill/>
          </a:ln>
        </p:spPr>
      </p:sp>
      <p:sp>
        <p:nvSpPr>
          <p:cNvPr id="596" name="Google Shape;596;p32"/>
          <p:cNvSpPr txBox="1"/>
          <p:nvPr/>
        </p:nvSpPr>
        <p:spPr>
          <a:xfrm>
            <a:off x="17259300" y="9210675"/>
            <a:ext cx="152400" cy="2000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000" u="none" cap="none" strike="noStrike">
                <a:solidFill>
                  <a:srgbClr val="000000"/>
                </a:solidFill>
                <a:latin typeface="Noto Sans"/>
                <a:ea typeface="Noto Sans"/>
                <a:cs typeface="Noto Sans"/>
                <a:sym typeface="Noto Sans"/>
              </a:rPr>
              <a:t>32</a:t>
            </a:r>
            <a:endParaRPr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00" name="Shape 6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01" name="Google Shape;601;p3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828800" y="1028700"/>
            <a:ext cx="14630400" cy="8229600"/>
          </a:xfrm>
          <a:prstGeom prst="rect">
            <a:avLst/>
          </a:prstGeom>
          <a:noFill/>
          <a:ln>
            <a:noFill/>
          </a:ln>
        </p:spPr>
      </p:pic>
      <p:sp>
        <p:nvSpPr>
          <p:cNvPr id="602" name="Google Shape;602;p33"/>
          <p:cNvSpPr txBox="1"/>
          <p:nvPr/>
        </p:nvSpPr>
        <p:spPr>
          <a:xfrm>
            <a:off x="17259300" y="9210675"/>
            <a:ext cx="152400" cy="2000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000" u="none" cap="none" strike="noStrike">
                <a:solidFill>
                  <a:srgbClr val="000000"/>
                </a:solidFill>
                <a:latin typeface="Noto Sans"/>
                <a:ea typeface="Noto Sans"/>
                <a:cs typeface="Noto Sans"/>
                <a:sym typeface="Noto Sans"/>
              </a:rPr>
              <a:t>33</a:t>
            </a:r>
            <a:endParaRPr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06" name="Shape 6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07" name="Google Shape;607;p34"/>
          <p:cNvGrpSpPr/>
          <p:nvPr/>
        </p:nvGrpSpPr>
        <p:grpSpPr>
          <a:xfrm>
            <a:off x="826781" y="2659545"/>
            <a:ext cx="16843514" cy="7118905"/>
            <a:chOff x="0" y="0"/>
            <a:chExt cx="44313450" cy="18729065"/>
          </a:xfrm>
        </p:grpSpPr>
        <p:sp>
          <p:nvSpPr>
            <p:cNvPr id="608" name="Google Shape;608;p34"/>
            <p:cNvSpPr/>
            <p:nvPr/>
          </p:nvSpPr>
          <p:spPr>
            <a:xfrm>
              <a:off x="72390" y="72390"/>
              <a:ext cx="44168671" cy="18584285"/>
            </a:xfrm>
            <a:custGeom>
              <a:rect b="b" l="l" r="r" t="t"/>
              <a:pathLst>
                <a:path extrusionOk="0" h="18584285" w="44168671">
                  <a:moveTo>
                    <a:pt x="0" y="0"/>
                  </a:moveTo>
                  <a:lnTo>
                    <a:pt x="44168671" y="0"/>
                  </a:lnTo>
                  <a:lnTo>
                    <a:pt x="44168671" y="18584285"/>
                  </a:lnTo>
                  <a:lnTo>
                    <a:pt x="0" y="1858428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</p:sp>
        <p:sp>
          <p:nvSpPr>
            <p:cNvPr id="609" name="Google Shape;609;p34"/>
            <p:cNvSpPr/>
            <p:nvPr/>
          </p:nvSpPr>
          <p:spPr>
            <a:xfrm>
              <a:off x="0" y="0"/>
              <a:ext cx="44313450" cy="18729065"/>
            </a:xfrm>
            <a:custGeom>
              <a:rect b="b" l="l" r="r" t="t"/>
              <a:pathLst>
                <a:path extrusionOk="0" h="18729065" w="44313450">
                  <a:moveTo>
                    <a:pt x="44168671" y="18584284"/>
                  </a:moveTo>
                  <a:lnTo>
                    <a:pt x="44313450" y="18584284"/>
                  </a:lnTo>
                  <a:lnTo>
                    <a:pt x="44313450" y="18729065"/>
                  </a:lnTo>
                  <a:lnTo>
                    <a:pt x="44168671" y="18729065"/>
                  </a:lnTo>
                  <a:lnTo>
                    <a:pt x="44168671" y="18584284"/>
                  </a:lnTo>
                  <a:close/>
                  <a:moveTo>
                    <a:pt x="0" y="144780"/>
                  </a:moveTo>
                  <a:lnTo>
                    <a:pt x="144780" y="144780"/>
                  </a:lnTo>
                  <a:lnTo>
                    <a:pt x="144780" y="18584284"/>
                  </a:lnTo>
                  <a:lnTo>
                    <a:pt x="0" y="18584284"/>
                  </a:lnTo>
                  <a:lnTo>
                    <a:pt x="0" y="144780"/>
                  </a:lnTo>
                  <a:close/>
                  <a:moveTo>
                    <a:pt x="0" y="18584284"/>
                  </a:moveTo>
                  <a:lnTo>
                    <a:pt x="144780" y="18584284"/>
                  </a:lnTo>
                  <a:lnTo>
                    <a:pt x="144780" y="18729065"/>
                  </a:lnTo>
                  <a:lnTo>
                    <a:pt x="0" y="18729065"/>
                  </a:lnTo>
                  <a:lnTo>
                    <a:pt x="0" y="18584284"/>
                  </a:lnTo>
                  <a:close/>
                  <a:moveTo>
                    <a:pt x="44168671" y="144780"/>
                  </a:moveTo>
                  <a:lnTo>
                    <a:pt x="44313450" y="144780"/>
                  </a:lnTo>
                  <a:lnTo>
                    <a:pt x="44313450" y="18584284"/>
                  </a:lnTo>
                  <a:lnTo>
                    <a:pt x="44168671" y="18584284"/>
                  </a:lnTo>
                  <a:lnTo>
                    <a:pt x="44168671" y="144780"/>
                  </a:lnTo>
                  <a:close/>
                  <a:moveTo>
                    <a:pt x="144780" y="18584284"/>
                  </a:moveTo>
                  <a:lnTo>
                    <a:pt x="44168671" y="18584284"/>
                  </a:lnTo>
                  <a:lnTo>
                    <a:pt x="44168671" y="18729065"/>
                  </a:lnTo>
                  <a:lnTo>
                    <a:pt x="144780" y="18729065"/>
                  </a:lnTo>
                  <a:lnTo>
                    <a:pt x="144780" y="18584284"/>
                  </a:lnTo>
                  <a:close/>
                  <a:moveTo>
                    <a:pt x="44168671" y="0"/>
                  </a:moveTo>
                  <a:lnTo>
                    <a:pt x="44313450" y="0"/>
                  </a:lnTo>
                  <a:lnTo>
                    <a:pt x="44313450" y="144780"/>
                  </a:lnTo>
                  <a:lnTo>
                    <a:pt x="44168671" y="144780"/>
                  </a:lnTo>
                  <a:lnTo>
                    <a:pt x="44168671" y="0"/>
                  </a:lnTo>
                  <a:close/>
                  <a:moveTo>
                    <a:pt x="0" y="0"/>
                  </a:moveTo>
                  <a:lnTo>
                    <a:pt x="144780" y="0"/>
                  </a:lnTo>
                  <a:lnTo>
                    <a:pt x="144780" y="144780"/>
                  </a:lnTo>
                  <a:lnTo>
                    <a:pt x="0" y="144780"/>
                  </a:lnTo>
                  <a:lnTo>
                    <a:pt x="0" y="0"/>
                  </a:lnTo>
                  <a:close/>
                  <a:moveTo>
                    <a:pt x="144780" y="0"/>
                  </a:moveTo>
                  <a:lnTo>
                    <a:pt x="44168671" y="0"/>
                  </a:lnTo>
                  <a:lnTo>
                    <a:pt x="44168671" y="144780"/>
                  </a:lnTo>
                  <a:lnTo>
                    <a:pt x="144780" y="144780"/>
                  </a:lnTo>
                  <a:lnTo>
                    <a:pt x="144780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</p:sp>
      </p:grpSp>
      <p:grpSp>
        <p:nvGrpSpPr>
          <p:cNvPr id="610" name="Google Shape;610;p34"/>
          <p:cNvGrpSpPr/>
          <p:nvPr/>
        </p:nvGrpSpPr>
        <p:grpSpPr>
          <a:xfrm>
            <a:off x="815929" y="568674"/>
            <a:ext cx="16813727" cy="1698913"/>
            <a:chOff x="0" y="0"/>
            <a:chExt cx="9906321" cy="1000967"/>
          </a:xfrm>
        </p:grpSpPr>
        <p:sp>
          <p:nvSpPr>
            <p:cNvPr id="611" name="Google Shape;611;p34"/>
            <p:cNvSpPr/>
            <p:nvPr/>
          </p:nvSpPr>
          <p:spPr>
            <a:xfrm>
              <a:off x="80010" y="80010"/>
              <a:ext cx="9813611" cy="908257"/>
            </a:xfrm>
            <a:custGeom>
              <a:rect b="b" l="l" r="r" t="t"/>
              <a:pathLst>
                <a:path extrusionOk="0" h="908257" w="9813611">
                  <a:moveTo>
                    <a:pt x="0" y="853647"/>
                  </a:moveTo>
                  <a:lnTo>
                    <a:pt x="0" y="908257"/>
                  </a:lnTo>
                  <a:lnTo>
                    <a:pt x="9813611" y="908257"/>
                  </a:lnTo>
                  <a:lnTo>
                    <a:pt x="9813611" y="0"/>
                  </a:lnTo>
                  <a:lnTo>
                    <a:pt x="9759000" y="0"/>
                  </a:lnTo>
                  <a:lnTo>
                    <a:pt x="9759000" y="853647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</p:sp>
        <p:sp>
          <p:nvSpPr>
            <p:cNvPr id="612" name="Google Shape;612;p34"/>
            <p:cNvSpPr/>
            <p:nvPr/>
          </p:nvSpPr>
          <p:spPr>
            <a:xfrm>
              <a:off x="67310" y="67310"/>
              <a:ext cx="9839011" cy="933657"/>
            </a:xfrm>
            <a:custGeom>
              <a:rect b="b" l="l" r="r" t="t"/>
              <a:pathLst>
                <a:path extrusionOk="0" h="933657" w="9839011">
                  <a:moveTo>
                    <a:pt x="9771700" y="0"/>
                  </a:moveTo>
                  <a:lnTo>
                    <a:pt x="9771700" y="12700"/>
                  </a:lnTo>
                  <a:lnTo>
                    <a:pt x="9826311" y="12700"/>
                  </a:lnTo>
                  <a:lnTo>
                    <a:pt x="9826311" y="920957"/>
                  </a:lnTo>
                  <a:lnTo>
                    <a:pt x="12700" y="920957"/>
                  </a:lnTo>
                  <a:lnTo>
                    <a:pt x="12700" y="866347"/>
                  </a:lnTo>
                  <a:lnTo>
                    <a:pt x="0" y="866347"/>
                  </a:lnTo>
                  <a:lnTo>
                    <a:pt x="0" y="933657"/>
                  </a:lnTo>
                  <a:lnTo>
                    <a:pt x="9839011" y="933657"/>
                  </a:lnTo>
                  <a:lnTo>
                    <a:pt x="9839011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</p:sp>
        <p:sp>
          <p:nvSpPr>
            <p:cNvPr id="613" name="Google Shape;613;p34"/>
            <p:cNvSpPr/>
            <p:nvPr/>
          </p:nvSpPr>
          <p:spPr>
            <a:xfrm>
              <a:off x="12700" y="12700"/>
              <a:ext cx="9813610" cy="908257"/>
            </a:xfrm>
            <a:custGeom>
              <a:rect b="b" l="l" r="r" t="t"/>
              <a:pathLst>
                <a:path extrusionOk="0" h="908257" w="9813610">
                  <a:moveTo>
                    <a:pt x="0" y="0"/>
                  </a:moveTo>
                  <a:lnTo>
                    <a:pt x="9813610" y="0"/>
                  </a:lnTo>
                  <a:lnTo>
                    <a:pt x="9813610" y="908257"/>
                  </a:lnTo>
                  <a:lnTo>
                    <a:pt x="0" y="908257"/>
                  </a:lnTo>
                  <a:close/>
                </a:path>
              </a:pathLst>
            </a:custGeom>
            <a:solidFill>
              <a:srgbClr val="FF93D8"/>
            </a:solidFill>
            <a:ln>
              <a:noFill/>
            </a:ln>
          </p:spPr>
        </p:sp>
        <p:sp>
          <p:nvSpPr>
            <p:cNvPr id="614" name="Google Shape;614;p34"/>
            <p:cNvSpPr/>
            <p:nvPr/>
          </p:nvSpPr>
          <p:spPr>
            <a:xfrm>
              <a:off x="0" y="0"/>
              <a:ext cx="9839011" cy="933657"/>
            </a:xfrm>
            <a:custGeom>
              <a:rect b="b" l="l" r="r" t="t"/>
              <a:pathLst>
                <a:path extrusionOk="0" h="933657" w="9839011">
                  <a:moveTo>
                    <a:pt x="80010" y="933657"/>
                  </a:moveTo>
                  <a:lnTo>
                    <a:pt x="9839011" y="933657"/>
                  </a:lnTo>
                  <a:lnTo>
                    <a:pt x="9839011" y="80010"/>
                  </a:lnTo>
                  <a:lnTo>
                    <a:pt x="9839011" y="67310"/>
                  </a:lnTo>
                  <a:lnTo>
                    <a:pt x="9839011" y="0"/>
                  </a:lnTo>
                  <a:lnTo>
                    <a:pt x="0" y="0"/>
                  </a:lnTo>
                  <a:lnTo>
                    <a:pt x="0" y="933657"/>
                  </a:lnTo>
                  <a:lnTo>
                    <a:pt x="67310" y="933657"/>
                  </a:lnTo>
                  <a:lnTo>
                    <a:pt x="80010" y="933657"/>
                  </a:lnTo>
                  <a:close/>
                  <a:moveTo>
                    <a:pt x="12700" y="12700"/>
                  </a:moveTo>
                  <a:lnTo>
                    <a:pt x="9826310" y="12700"/>
                  </a:lnTo>
                  <a:lnTo>
                    <a:pt x="9826310" y="920957"/>
                  </a:lnTo>
                  <a:lnTo>
                    <a:pt x="12700" y="920957"/>
                  </a:lnTo>
                  <a:lnTo>
                    <a:pt x="12700" y="1270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</p:sp>
      </p:grpSp>
      <p:sp>
        <p:nvSpPr>
          <p:cNvPr id="615" name="Google Shape;615;p34"/>
          <p:cNvSpPr txBox="1"/>
          <p:nvPr/>
        </p:nvSpPr>
        <p:spPr>
          <a:xfrm>
            <a:off x="490998" y="779956"/>
            <a:ext cx="17463590" cy="11334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65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MINIMAX &amp; ALPHA BETA PRUNING</a:t>
            </a:r>
            <a:endParaRPr/>
          </a:p>
        </p:txBody>
      </p:sp>
      <p:sp>
        <p:nvSpPr>
          <p:cNvPr id="616" name="Google Shape;616;p34"/>
          <p:cNvSpPr txBox="1"/>
          <p:nvPr/>
        </p:nvSpPr>
        <p:spPr>
          <a:xfrm>
            <a:off x="1028700" y="2760280"/>
            <a:ext cx="8414700" cy="6567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3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function minimax(node, depth, isMaximizingPlayer, alpha, beta):</a:t>
            </a:r>
            <a:endParaRPr sz="1100"/>
          </a:p>
          <a:p>
            <a:pPr indent="0" lvl="0" marL="0" marR="0" rtl="0"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i="0" sz="23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3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   if node is a leaf node :</a:t>
            </a:r>
            <a:endParaRPr sz="1100"/>
          </a:p>
          <a:p>
            <a:pPr indent="0" lvl="0" marL="0" marR="0" rtl="0"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3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       return value of the node</a:t>
            </a:r>
            <a:endParaRPr sz="1100"/>
          </a:p>
          <a:p>
            <a:pPr indent="0" lvl="0" marL="0" marR="0" rtl="0"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3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   </a:t>
            </a:r>
            <a:endParaRPr sz="1100"/>
          </a:p>
          <a:p>
            <a:pPr indent="0" lvl="0" marL="0" marR="0" rtl="0"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3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   if isMaximizingPlayer :</a:t>
            </a:r>
            <a:endParaRPr sz="1100"/>
          </a:p>
          <a:p>
            <a:pPr indent="0" lvl="0" marL="0" marR="0" rtl="0"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3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       bestVal = -INFINITY </a:t>
            </a:r>
            <a:endParaRPr sz="1100"/>
          </a:p>
          <a:p>
            <a:pPr indent="0" lvl="0" marL="0" marR="0" rtl="0"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3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       for each child node :</a:t>
            </a:r>
            <a:endParaRPr sz="1100"/>
          </a:p>
          <a:p>
            <a:pPr indent="0" lvl="0" marL="0" marR="0" rtl="0"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3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           value = minimax(node, depth+1, false, alpha, beta)</a:t>
            </a:r>
            <a:endParaRPr sz="1100"/>
          </a:p>
          <a:p>
            <a:pPr indent="0" lvl="0" marL="0" marR="0" rtl="0"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3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           bestVal = max( bestVal, value) </a:t>
            </a:r>
            <a:endParaRPr sz="1100"/>
          </a:p>
          <a:p>
            <a:pPr indent="0" lvl="0" marL="0" marR="0" rtl="0"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3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           alpha = max( alpha, bestVal)</a:t>
            </a:r>
            <a:endParaRPr sz="1100"/>
          </a:p>
          <a:p>
            <a:pPr indent="0" lvl="0" marL="0" marR="0" rtl="0"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3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           if beta &lt;= alpha:</a:t>
            </a:r>
            <a:endParaRPr sz="1100"/>
          </a:p>
          <a:p>
            <a:pPr indent="0" lvl="0" marL="0" marR="0" rtl="0"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3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               break</a:t>
            </a:r>
            <a:endParaRPr sz="1100"/>
          </a:p>
          <a:p>
            <a:pPr indent="0" lvl="0" marL="0" marR="0" rtl="0"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3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       return bestVal    </a:t>
            </a:r>
            <a:endParaRPr sz="1100"/>
          </a:p>
        </p:txBody>
      </p:sp>
      <p:sp>
        <p:nvSpPr>
          <p:cNvPr id="617" name="Google Shape;617;p34"/>
          <p:cNvSpPr txBox="1"/>
          <p:nvPr/>
        </p:nvSpPr>
        <p:spPr>
          <a:xfrm>
            <a:off x="9803288" y="2798380"/>
            <a:ext cx="7193856" cy="4743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6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else :</a:t>
            </a:r>
            <a:endParaRPr/>
          </a:p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6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   bestVal = +INFINITY </a:t>
            </a:r>
            <a:endParaRPr/>
          </a:p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6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   for each child node :</a:t>
            </a:r>
            <a:endParaRPr/>
          </a:p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6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       value = minimax(node, depth+1, true, alpha, beta)</a:t>
            </a:r>
            <a:endParaRPr/>
          </a:p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6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       bestVal = min( bestVal, value) </a:t>
            </a:r>
            <a:endParaRPr/>
          </a:p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6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       beta = min( beta, bestVal)</a:t>
            </a:r>
            <a:endParaRPr/>
          </a:p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6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       if beta &lt;= alpha:</a:t>
            </a:r>
            <a:endParaRPr/>
          </a:p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6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            break</a:t>
            </a:r>
            <a:endParaRPr/>
          </a:p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6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    return bestVal</a:t>
            </a:r>
            <a:endParaRPr/>
          </a:p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i="0" sz="26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6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// Calling Minimax Function</a:t>
            </a:r>
            <a:endParaRPr/>
          </a:p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6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minimax(0, 0, true, -INFINITY, +INFINITY)</a:t>
            </a:r>
            <a:endParaRPr/>
          </a:p>
        </p:txBody>
      </p:sp>
      <p:sp>
        <p:nvSpPr>
          <p:cNvPr id="618" name="Google Shape;618;p34"/>
          <p:cNvSpPr txBox="1"/>
          <p:nvPr/>
        </p:nvSpPr>
        <p:spPr>
          <a:xfrm>
            <a:off x="17259300" y="9210675"/>
            <a:ext cx="152400" cy="2000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000" u="none" cap="none" strike="noStrike">
                <a:solidFill>
                  <a:srgbClr val="000000"/>
                </a:solidFill>
                <a:latin typeface="Noto Sans"/>
                <a:ea typeface="Noto Sans"/>
                <a:cs typeface="Noto Sans"/>
                <a:sym typeface="Noto Sans"/>
              </a:rPr>
              <a:t>34</a:t>
            </a:r>
            <a:endParaRPr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22" name="Shape 6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3" name="Google Shape;623;p35"/>
          <p:cNvSpPr/>
          <p:nvPr/>
        </p:nvSpPr>
        <p:spPr>
          <a:xfrm>
            <a:off x="3540136" y="4981299"/>
            <a:ext cx="11254493" cy="4915176"/>
          </a:xfrm>
          <a:custGeom>
            <a:rect b="b" l="l" r="r" t="t"/>
            <a:pathLst>
              <a:path extrusionOk="0" h="4915176" w="11254493">
                <a:moveTo>
                  <a:pt x="0" y="0"/>
                </a:moveTo>
                <a:lnTo>
                  <a:pt x="11254493" y="0"/>
                </a:lnTo>
                <a:lnTo>
                  <a:pt x="11254493" y="4915176"/>
                </a:lnTo>
                <a:lnTo>
                  <a:pt x="0" y="4915176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-5578" r="-12056" t="0"/>
            </a:stretch>
          </a:blipFill>
          <a:ln>
            <a:noFill/>
          </a:ln>
        </p:spPr>
      </p:sp>
      <p:sp>
        <p:nvSpPr>
          <p:cNvPr id="624" name="Google Shape;624;p35"/>
          <p:cNvSpPr/>
          <p:nvPr/>
        </p:nvSpPr>
        <p:spPr>
          <a:xfrm>
            <a:off x="3096208" y="471122"/>
            <a:ext cx="12068970" cy="4846193"/>
          </a:xfrm>
          <a:custGeom>
            <a:rect b="b" l="l" r="r" t="t"/>
            <a:pathLst>
              <a:path extrusionOk="0" h="4846193" w="12068970">
                <a:moveTo>
                  <a:pt x="0" y="0"/>
                </a:moveTo>
                <a:lnTo>
                  <a:pt x="12068970" y="0"/>
                </a:lnTo>
                <a:lnTo>
                  <a:pt x="12068970" y="4846193"/>
                </a:lnTo>
                <a:lnTo>
                  <a:pt x="0" y="4846193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-10179" l="0" r="-7906" t="0"/>
            </a:stretch>
          </a:blipFill>
          <a:ln>
            <a:noFill/>
          </a:ln>
        </p:spPr>
      </p:sp>
      <p:sp>
        <p:nvSpPr>
          <p:cNvPr id="625" name="Google Shape;625;p35"/>
          <p:cNvSpPr txBox="1"/>
          <p:nvPr/>
        </p:nvSpPr>
        <p:spPr>
          <a:xfrm>
            <a:off x="17259300" y="9210675"/>
            <a:ext cx="152400" cy="2000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000" u="none" cap="none" strike="noStrike">
                <a:solidFill>
                  <a:srgbClr val="000000"/>
                </a:solidFill>
                <a:latin typeface="Noto Sans"/>
                <a:ea typeface="Noto Sans"/>
                <a:cs typeface="Noto Sans"/>
                <a:sym typeface="Noto Sans"/>
              </a:rPr>
              <a:t>35</a:t>
            </a:r>
            <a:endParaRPr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29" name="Shape 6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0" name="Google Shape;630;p36"/>
          <p:cNvSpPr txBox="1"/>
          <p:nvPr/>
        </p:nvSpPr>
        <p:spPr>
          <a:xfrm>
            <a:off x="1245024" y="3643089"/>
            <a:ext cx="15797951" cy="300082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2000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9521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THANK YOU !!!</a:t>
            </a:r>
            <a:endParaRPr/>
          </a:p>
        </p:txBody>
      </p:sp>
      <p:sp>
        <p:nvSpPr>
          <p:cNvPr id="631" name="Google Shape;631;p36"/>
          <p:cNvSpPr txBox="1"/>
          <p:nvPr/>
        </p:nvSpPr>
        <p:spPr>
          <a:xfrm>
            <a:off x="17259300" y="9210675"/>
            <a:ext cx="152400" cy="2000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000" u="none" cap="none" strike="noStrike">
                <a:solidFill>
                  <a:srgbClr val="000000"/>
                </a:solidFill>
                <a:latin typeface="Noto Sans"/>
                <a:ea typeface="Noto Sans"/>
                <a:cs typeface="Noto Sans"/>
                <a:sym typeface="Noto Sans"/>
              </a:rPr>
              <a:t>36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2006-08-16T00:00:00Z</dcterms:created>
</cp:coreProperties>
</file>